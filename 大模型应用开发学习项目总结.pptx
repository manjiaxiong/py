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70432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大模型应用开发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93392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4 周学习项目详细复盘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816352"/>
            <a:ext cx="987552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50" b="0">
                <a:solidFill>
                  <a:srgbClr val="DBEAFE"/>
                </a:solidFill>
                <a:latin typeface="Microsoft YaHei"/>
              </a:defRPr>
            </a:pPr>
            <a:r>
              <a:t>Python API · Prompt · 结构化输出 · Eval · RAG · FastAPI · Agent · LangGraph · MCP · 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4709160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DBEAFE"/>
                </a:solidFill>
                <a:latin typeface="Microsoft YaHei"/>
              </a:defRPr>
            </a:pPr>
            <a:r>
              <a:t>学习仓库: D:\code\py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138928"/>
            <a:ext cx="9784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DBEAFE"/>
                </a:solidFill>
                <a:latin typeface="Microsoft YaHei"/>
              </a:defRPr>
            </a:pPr>
            <a:r>
              <a:t>用途: 复习路线、重点概念、项目产出、后续打磨方向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2563EB"/>
                </a:solidFill>
                <a:latin typeface="Microsoft YaHei"/>
              </a:defRPr>
            </a:pPr>
            <a:r>
              <a:t>这份 PPT 怎么看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698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6673"/>
                </a:solidFill>
                <a:latin typeface="Microsoft YaHei"/>
              </a:defRPr>
            </a:pPr>
            <a:r>
              <a:t>不是展示用的空泛总结，而是学习复盘用的路线图。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61872"/>
            <a:ext cx="52578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61872"/>
            <a:ext cx="73152" cy="4983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99031"/>
            <a:ext cx="494690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Microsoft YaHei"/>
              </a:defRPr>
            </a:pPr>
            <a:r>
              <a:t>每个阶段看 4 件事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773936"/>
            <a:ext cx="4928616" cy="439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学了什么: 每周主题和每天内容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重点是什么: 哪些概念必须真正理解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代码在哪里: 对应目录和项目文件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怎么自检: 能否解释、运行、评估和改进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建议看法: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先看路线总览 → 再按 Week 逐页复盘 → 最后看下一阶段任务。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261872"/>
            <a:ext cx="52578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261872"/>
            <a:ext cx="73152" cy="4983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399031"/>
            <a:ext cx="494690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6A34A"/>
                </a:solidFill>
                <a:latin typeface="Microsoft YaHei"/>
              </a:defRPr>
            </a:pPr>
            <a:r>
              <a:t>掌握标准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1773936"/>
            <a:ext cx="4928616" cy="439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不是“看过课程文档”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不是“跑过一次 demo”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而是能做到: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1. 不看答案能复现最小实现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2. 能讲清技术取舍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3. 能定位失败原因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4. 能把 demo 包装成作品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5. 能解释成本、延迟、稳定性问题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38251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F6673"/>
                </a:solidFill>
                <a:latin typeface="Microsoft YaHei"/>
              </a:defRPr>
            </a:pPr>
            <a:r>
              <a:t>How to use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2563EB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698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6673"/>
                </a:solidFill>
                <a:latin typeface="Microsoft YaHei"/>
              </a:defRPr>
            </a:pPr>
            <a:r>
              <a:t>从路线判断到每周学习重点，再到作品集和下一步计划。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2563EB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325880"/>
            <a:ext cx="2423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8181B"/>
                </a:solidFill>
                <a:latin typeface="Microsoft YaHei"/>
              </a:defRPr>
            </a:pPr>
            <a:r>
              <a:t>路线总览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9080" y="1344168"/>
            <a:ext cx="6949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0">
                <a:solidFill>
                  <a:srgbClr val="5F6673"/>
                </a:solidFill>
                <a:latin typeface="Microsoft YaHei"/>
              </a:defRPr>
            </a:pPr>
            <a:r>
              <a:t>4 周为什么这样排，核心能力链路是什么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764792"/>
            <a:ext cx="1014984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2563EB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75688"/>
            <a:ext cx="2423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8181B"/>
                </a:solidFill>
                <a:latin typeface="Microsoft YaHei"/>
              </a:defRPr>
            </a:pPr>
            <a:r>
              <a:t>Week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2093976"/>
            <a:ext cx="6949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0">
                <a:solidFill>
                  <a:srgbClr val="5F6673"/>
                </a:solidFill>
                <a:latin typeface="Microsoft YaHei"/>
              </a:defRPr>
            </a:pPr>
            <a:r>
              <a:t>Python 基础、原生 API、streaming、CLI 工具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514600"/>
            <a:ext cx="1014984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25496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2563EB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825496"/>
            <a:ext cx="2423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8181B"/>
                </a:solidFill>
                <a:latin typeface="Microsoft YaHei"/>
              </a:defRPr>
            </a:pPr>
            <a:r>
              <a:t>Week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843784"/>
            <a:ext cx="6949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0">
                <a:solidFill>
                  <a:srgbClr val="5F6673"/>
                </a:solidFill>
                <a:latin typeface="Microsoft YaHei"/>
              </a:defRPr>
            </a:pPr>
            <a:r>
              <a:t>Prompt、结构化输出、Tool Use、Pydantic、Eval、LangChain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3264408"/>
            <a:ext cx="1014984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75303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2563EB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575303"/>
            <a:ext cx="2423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8181B"/>
                </a:solidFill>
                <a:latin typeface="Microsoft YaHei"/>
              </a:defRPr>
            </a:pPr>
            <a:r>
              <a:t>Week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3593591"/>
            <a:ext cx="6949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0">
                <a:solidFill>
                  <a:srgbClr val="5F6673"/>
                </a:solidFill>
                <a:latin typeface="Microsoft YaHei"/>
              </a:defRPr>
            </a:pPr>
            <a:r>
              <a:t>RAG、向量库、FastAPI、SSE、Docs Copilot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4014215"/>
            <a:ext cx="1014984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2511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2563EB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325112"/>
            <a:ext cx="2423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8181B"/>
                </a:solidFill>
                <a:latin typeface="Microsoft YaHei"/>
              </a:defRPr>
            </a:pPr>
            <a:r>
              <a:t>Week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4343399"/>
            <a:ext cx="6949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0">
                <a:solidFill>
                  <a:srgbClr val="5F6673"/>
                </a:solidFill>
                <a:latin typeface="Microsoft YaHei"/>
              </a:defRPr>
            </a:pPr>
            <a:r>
              <a:t>Agent、ReAct、LangGraph、MCP、部署、Workflow Assistant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4764023"/>
            <a:ext cx="1014984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074920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2563EB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074920"/>
            <a:ext cx="2423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8181B"/>
                </a:solidFill>
                <a:latin typeface="Microsoft YaHei"/>
              </a:defRPr>
            </a:pPr>
            <a:r>
              <a:t>横向能力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5093207"/>
            <a:ext cx="6949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0">
                <a:solidFill>
                  <a:srgbClr val="5F6673"/>
                </a:solidFill>
                <a:latin typeface="Microsoft YaHei"/>
              </a:defRPr>
            </a:pPr>
            <a:r>
              <a:t>评估体系、作品集、当前问题、下一阶段计划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5513831"/>
            <a:ext cx="10149840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638251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F6673"/>
                </a:solidFill>
                <a:latin typeface="Microsoft YaHei"/>
              </a:defRPr>
            </a:pPr>
            <a:r>
              <a:t>Agenda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2563EB"/>
                </a:solidFill>
                <a:latin typeface="Microsoft YaHei"/>
              </a:defRPr>
            </a:pPr>
            <a:r>
              <a:t>4 周路线总览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698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6673"/>
                </a:solidFill>
                <a:latin typeface="Microsoft YaHei"/>
              </a:defRPr>
            </a:pPr>
            <a:r>
              <a:t>这条路线的核心是: 原生能力打底, 评估贯穿, 每周沉淀作品。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61872"/>
            <a:ext cx="2578608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61872"/>
            <a:ext cx="73152" cy="4343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99031"/>
            <a:ext cx="22677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Microsoft YaHei"/>
              </a:defRPr>
            </a:pPr>
            <a:r>
              <a:t>Week 1</a:t>
            </a:r>
            <a:br/>
            <a:r>
              <a:t>Python +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773936"/>
            <a:ext cx="2249424" cy="3758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Python 基础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环境变量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JSON/文件 IO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原生模型调用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streaming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02152" y="1261872"/>
            <a:ext cx="2578608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02152" y="1261872"/>
            <a:ext cx="73152" cy="4343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399031"/>
            <a:ext cx="22677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Microsoft YaHei"/>
              </a:defRPr>
            </a:pPr>
            <a:r>
              <a:t>Week 2</a:t>
            </a:r>
            <a:br/>
            <a:r>
              <a:t>Prompt + 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773936"/>
            <a:ext cx="2249424" cy="3758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Prompt 模板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结构化输出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Tool Use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Pydantic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回归评估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18504" y="1261872"/>
            <a:ext cx="2578608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18504" y="1261872"/>
            <a:ext cx="73152" cy="4343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399031"/>
            <a:ext cx="22677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6A34A"/>
                </a:solidFill>
                <a:latin typeface="Microsoft YaHei"/>
              </a:defRPr>
            </a:pPr>
            <a:r>
              <a:t>Week 3</a:t>
            </a:r>
            <a:br/>
            <a:r>
              <a:t>RAG + 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1773936"/>
            <a:ext cx="2249424" cy="3758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chunk/embedding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Chroma 检索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FastAPI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SSE 前端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Docs Copilot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34856" y="1261872"/>
            <a:ext cx="2578608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34856" y="1261872"/>
            <a:ext cx="73152" cy="4343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36024" y="1399031"/>
            <a:ext cx="226771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A580C"/>
                </a:solidFill>
                <a:latin typeface="Microsoft YaHei"/>
              </a:defRPr>
            </a:pPr>
            <a:r>
              <a:t>Week 4</a:t>
            </a:r>
            <a:br/>
            <a:r>
              <a:t>Agent + Deploy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6024" y="1773936"/>
            <a:ext cx="2249424" cy="3758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ReAct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LangGraph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MCP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项目评估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部署上线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0644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8181B"/>
                </a:solidFill>
                <a:latin typeface="Microsoft YaHei"/>
              </a:defRPr>
            </a:pPr>
            <a:r>
              <a:t>能力链路: 输入设计 → 模型调用 → 结构化输出 → 检索/工具 → 应用接口 → 评估优化 → 部署展示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38251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F6673"/>
                </a:solidFill>
                <a:latin typeface="Microsoft YaHei"/>
              </a:defRPr>
            </a:pPr>
            <a:r>
              <a:t>Route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2563EB"/>
                </a:solidFill>
                <a:latin typeface="Microsoft YaHei"/>
              </a:defRPr>
            </a:pPr>
            <a:r>
              <a:t>路线判断: 为什么这样学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698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6673"/>
                </a:solidFill>
                <a:latin typeface="Microsoft YaHei"/>
              </a:defRPr>
            </a:pPr>
            <a:r>
              <a:t>如果顺序错了，很容易学成“框架 API 背诵”，而不是 AI 应用开发。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61872"/>
            <a:ext cx="52578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61872"/>
            <a:ext cx="73152" cy="4983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99031"/>
            <a:ext cx="494690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Microsoft YaHei"/>
              </a:defRPr>
            </a:pPr>
            <a:r>
              <a:t>正确顺序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773936"/>
            <a:ext cx="4928616" cy="439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1. 先原生 SDK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理解 messages、streaming、token、错误处理。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2. 再学结构化输出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让模型输出可解析、可校验、可落库。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3. 评估前置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用固定输入检查 prompt 是否退化。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4. 做完整项目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输入、后端、前端、评估、部署都要闭环。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261872"/>
            <a:ext cx="52578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261872"/>
            <a:ext cx="73152" cy="4983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399031"/>
            <a:ext cx="494690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DC2626"/>
                </a:solidFill>
                <a:latin typeface="Microsoft YaHei"/>
              </a:defRPr>
            </a:pPr>
            <a:r>
              <a:t>容易走偏的地方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1773936"/>
            <a:ext cx="4928616" cy="439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一上来学 3 个 Agent 框架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只看 RAG 概念，不做失败诊断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只跑 demo，不写 eval_cases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只写代码，不整理 README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没有环境说明，换机器跑不起来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不会解释延迟、成本、稳定性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结论: 先能交付，再扩展框架视野。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38251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F6673"/>
                </a:solidFill>
                <a:latin typeface="Microsoft YaHei"/>
              </a:defRPr>
            </a:pPr>
            <a:r>
              <a:t>Learning principles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2563EB"/>
                </a:solidFill>
                <a:latin typeface="Microsoft YaHei"/>
              </a:defRPr>
            </a:pPr>
            <a:r>
              <a:t>Week 1: Python 基础 + LLM 初体验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698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6673"/>
                </a:solidFill>
                <a:latin typeface="Microsoft YaHei"/>
              </a:defRPr>
            </a:pPr>
            <a:r>
              <a:t>目标: 补齐 Python 必需基础，并独立完成一次模型 API 调用和流式输出。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539496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73152" cy="4892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71600"/>
            <a:ext cx="508406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Microsoft YaHei"/>
              </a:defRPr>
            </a:pPr>
            <a:r>
              <a:t>每日学习内容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746504"/>
            <a:ext cx="5065776" cy="430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Day 1: 环境、venv、.env、第一次 API 调用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Day 2: str/list/dict/function 等基础语法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Day 3: 文件 IO、JSON、异常处理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Day 4: 模块、类、包结构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Day 5: async/await、并发、streaming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Day 6-7: AI 笔记生成器项目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234440"/>
            <a:ext cx="516636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234440"/>
            <a:ext cx="73152" cy="4892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6248" y="1371600"/>
            <a:ext cx="485546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6A34A"/>
                </a:solidFill>
                <a:latin typeface="Microsoft YaHei"/>
              </a:defRPr>
            </a:pPr>
            <a:r>
              <a:t>本周产出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1746504"/>
            <a:ext cx="4837176" cy="430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最小模型调用脚本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命令行聊天机器人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文件扫描 + AI 分析 + JSON/Markdown 输出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模块化项目: chatbot/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练习目录: week1-practice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课程目录: week1-python-ai-basics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38251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F6673"/>
                </a:solidFill>
                <a:latin typeface="Microsoft YaHei"/>
              </a:defRPr>
            </a:pPr>
            <a:r>
              <a:t>Week 1 overview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2563EB"/>
                </a:solidFill>
                <a:latin typeface="Microsoft YaHei"/>
              </a:defRPr>
            </a:pPr>
            <a:r>
              <a:t>Week 1 重点: Python 只学 AI 应用必需部分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698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6673"/>
                </a:solidFill>
                <a:latin typeface="Microsoft YaHei"/>
              </a:defRPr>
            </a:pPr>
            <a:r>
              <a:t>不要把时间花在完整 Python 教程上，先覆盖项目开发高频能力。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73152" cy="4754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71600"/>
            <a:ext cx="316382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Microsoft YaHei"/>
              </a:defRPr>
            </a:pPr>
            <a:r>
              <a:t>必须掌握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746504"/>
            <a:ext cx="3145536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Path / open / with 文件读写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json.load / loads / dump / dumps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try / except / finally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list/dict 遍历和格式化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class 封装可复用逻辑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import 与包结构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asyncio.gather 并发调用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234440"/>
            <a:ext cx="73152" cy="4754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371600"/>
            <a:ext cx="316382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Microsoft YaHei"/>
              </a:defRPr>
            </a:pPr>
            <a:r>
              <a:t>LLM API 关键点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746504"/>
            <a:ext cx="3145536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client 初始化和 API Key 管理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model / messages / max_tokens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system prompt 与 user prompt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streaming 返回不是一次性文本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错误处理和超时重试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把模型输出保存为 JSON/Markdown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2344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234440"/>
            <a:ext cx="73152" cy="47548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1371600"/>
            <a:ext cx="316382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A580C"/>
                </a:solidFill>
                <a:latin typeface="Microsoft YaHei"/>
              </a:defRPr>
            </a:pPr>
            <a:r>
              <a:t>自检问题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1746504"/>
            <a:ext cx="3145536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能否独立创建 venv?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能否解释 .env 为什么不能提交?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能否把一个目录下的 .py 文件扫出来?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能否并发调用多个文件分析?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能否把 AI 结果保存成结构化文件?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38251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F6673"/>
                </a:solidFill>
                <a:latin typeface="Microsoft YaHei"/>
              </a:defRPr>
            </a:pPr>
            <a:r>
              <a:t>Week 1 details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2563EB"/>
                </a:solidFill>
                <a:latin typeface="Microsoft YaHei"/>
              </a:defRPr>
            </a:pPr>
            <a:r>
              <a:t>Week 1 项目: AI 笔记生成器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698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6673"/>
                </a:solidFill>
                <a:latin typeface="Microsoft YaHei"/>
              </a:defRPr>
            </a:pPr>
            <a:r>
              <a:t>第一个作品不是聊天机器人，而是能处理真实文件的命令行工具。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61872"/>
            <a:ext cx="52578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61872"/>
            <a:ext cx="73152" cy="4983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99031"/>
            <a:ext cx="494690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Microsoft YaHei"/>
              </a:defRPr>
            </a:pPr>
            <a:r>
              <a:t>项目流程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773936"/>
            <a:ext cx="4928616" cy="439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1. 扫描指定目录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2. 过滤 .py / .md / .txt 等文件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3. 读取文件内容并截断过长文本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4. 调用模型生成摘要/重点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5. 保存 notes_data.json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6. 生成 notes_report.md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训练点: 文件 IO、JSON、API、异常处理、模块拆分。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261872"/>
            <a:ext cx="52578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261872"/>
            <a:ext cx="73152" cy="4983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399031"/>
            <a:ext cx="494690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6A34A"/>
                </a:solidFill>
                <a:latin typeface="Microsoft YaHei"/>
              </a:defRPr>
            </a:pPr>
            <a:r>
              <a:t>代码定位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1773936"/>
            <a:ext cx="4928616" cy="439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week1-practice/note_generator/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  scanner.py: 扫描文件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  generator.py: 生成笔记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  config.py: 配置项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week1-practice/output/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  notes_data.json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  notes_report.md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  week1_summary.pptx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后续可改进: 加进度条、并发、失败重试。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38251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F6673"/>
                </a:solidFill>
                <a:latin typeface="Microsoft YaHei"/>
              </a:defRPr>
            </a:pPr>
            <a:r>
              <a:t>Week 1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7C3AED"/>
                </a:solidFill>
                <a:latin typeface="Microsoft YaHei"/>
              </a:defRPr>
            </a:pPr>
            <a:r>
              <a:t>Week 2: Prompt Engineering + 结构化输出 + 评估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698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6673"/>
                </a:solidFill>
                <a:latin typeface="Microsoft YaHei"/>
              </a:defRPr>
            </a:pPr>
            <a:r>
              <a:t>目标: 从会聊天升级到能稳定抽取、校验、评估和调试。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539496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73152" cy="4892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71600"/>
            <a:ext cx="508406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Microsoft YaHei"/>
              </a:defRPr>
            </a:pPr>
            <a:r>
              <a:t>每日学习内容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746504"/>
            <a:ext cx="5065776" cy="430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Day 1: Few-shot、CoT、System Prompt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Day 2: 结构化输出、Tool Use、Pydantic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Day 3: eval_cases、日志、失败样本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Day 4: LangChain Chain、PromptTemplate、Parser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Day 5: LangChain Agent、自定义工具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Day 6-7: AI 数据助手 / 简历分析助手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234440"/>
            <a:ext cx="516636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234440"/>
            <a:ext cx="73152" cy="4892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6248" y="1371600"/>
            <a:ext cx="485546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6A34A"/>
                </a:solidFill>
                <a:latin typeface="Microsoft YaHei"/>
              </a:defRPr>
            </a:pPr>
            <a:r>
              <a:t>本周产出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1746504"/>
            <a:ext cx="4837176" cy="430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商品信息提取器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简历抽取器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智能客服路由器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Prompt 评估脚本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week2-project: 简历分析 Agent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日志文件: api_log_*.jsonl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38251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F6673"/>
                </a:solidFill>
                <a:latin typeface="Microsoft YaHei"/>
              </a:defRPr>
            </a:pPr>
            <a:r>
              <a:t>Week 2 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7C3AED"/>
                </a:solidFill>
                <a:latin typeface="Microsoft YaHei"/>
              </a:defRPr>
            </a:pPr>
            <a:r>
              <a:t>Week 2 重点: Prompt 要工程化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698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6673"/>
                </a:solidFill>
                <a:latin typeface="Microsoft YaHei"/>
              </a:defRPr>
            </a:pPr>
            <a:r>
              <a:t>Prompt 不是写一段自然语言，而是给模型定义任务、边界和可检查输出。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73152" cy="4754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71600"/>
            <a:ext cx="316382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Microsoft YaHei"/>
              </a:defRPr>
            </a:pPr>
            <a:r>
              <a:t>Prompt 组成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746504"/>
            <a:ext cx="3145536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角色: 你是谁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目标: 要完成什么任务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上下文: 输入材料是什么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约束: 不能做什么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格式: 必须怎么输出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示例: Few-shot 对齐风格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失败处理: 不确定时怎么回答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234440"/>
            <a:ext cx="73152" cy="4754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371600"/>
            <a:ext cx="316382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Microsoft YaHei"/>
              </a:defRPr>
            </a:pPr>
            <a:r>
              <a:t>结构化输出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746504"/>
            <a:ext cx="3145536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Prompt 约束 JSON: 简单但不稳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Tool Use / Function Calling: 更适合生产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Pydantic: 对字段做类型校验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clean_markdown: 清理 ```json 代码块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json.loads: 解析失败要有 fallback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字段缺失要返回明确错误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2344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234440"/>
            <a:ext cx="73152" cy="4754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1371600"/>
            <a:ext cx="316382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DC2626"/>
                </a:solidFill>
                <a:latin typeface="Microsoft YaHei"/>
              </a:defRPr>
            </a:pPr>
            <a:r>
              <a:t>常见坑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1746504"/>
            <a:ext cx="3145536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只要求“输出 JSON”但不给 schema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让模型自由发挥字段名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解析失败直接崩溃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没有保存原始响应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没有固定测试用例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prompt 改坏了没人知道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38251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F6673"/>
                </a:solidFill>
                <a:latin typeface="Microsoft YaHei"/>
              </a:defRPr>
            </a:pPr>
            <a:r>
              <a:t>Week 2 prompt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7C3AED"/>
                </a:solidFill>
                <a:latin typeface="Microsoft YaHei"/>
              </a:defRPr>
            </a:pPr>
            <a:r>
              <a:t>Week 2 重点: 评估 + LangChain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698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6673"/>
                </a:solidFill>
                <a:latin typeface="Microsoft YaHei"/>
              </a:defRPr>
            </a:pPr>
            <a:r>
              <a:t>LangChain 是工具；评估才是让系统持续变好的机制。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61872"/>
            <a:ext cx="52578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61872"/>
            <a:ext cx="73152" cy="4983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99031"/>
            <a:ext cx="494690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6A34A"/>
                </a:solidFill>
                <a:latin typeface="Microsoft YaHei"/>
              </a:defRPr>
            </a:pPr>
            <a:r>
              <a:t>评估应该怎么做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773936"/>
            <a:ext cx="4928616" cy="439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准备 eval_cases.json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每条包含 input、expected_keywords、tags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运行脚本批量调用模型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检查关键词命中率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记录 latency 和失败样本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每次改 prompt 后跑回归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目标: 让优化有数据, 不靠感觉。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261872"/>
            <a:ext cx="52578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261872"/>
            <a:ext cx="73152" cy="4983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399031"/>
            <a:ext cx="494690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Microsoft YaHei"/>
              </a:defRPr>
            </a:pPr>
            <a:r>
              <a:t>LangChain 学什么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1773936"/>
            <a:ext cx="4928616" cy="439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PromptTemplate: 模板变量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OutputParser: 输出解析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LCEL: prompt | model | parser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Memory: 对话上下文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Tool: 把函数暴露给模型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Agent: 模型决定调用哪个工具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注意: 先理解概念, 不要被框架牵着走。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38251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F6673"/>
                </a:solidFill>
                <a:latin typeface="Microsoft YaHei"/>
              </a:defRPr>
            </a:pPr>
            <a:r>
              <a:t>Week 2 eval + LangChain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7C3AED"/>
                </a:solidFill>
                <a:latin typeface="Microsoft YaHei"/>
              </a:defRPr>
            </a:pPr>
            <a:r>
              <a:t>Week 2 项目: AI 简历分析助手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698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6673"/>
                </a:solidFill>
                <a:latin typeface="Microsoft YaHei"/>
              </a:defRPr>
            </a:pPr>
            <a:r>
              <a:t>把结构化抽取、工具调用、评估和日志组合成一个完整小项目。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73152" cy="4754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71600"/>
            <a:ext cx="316382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Microsoft YaHei"/>
              </a:defRPr>
            </a:pPr>
            <a:r>
              <a:t>功能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746504"/>
            <a:ext cx="3145536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输入简历文本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提取姓名、年限、技能、学历、薪资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估算薪资范围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评估经验级别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输出完整分析报告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verbose 模式展示 Agent 步骤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234440"/>
            <a:ext cx="73152" cy="4754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371600"/>
            <a:ext cx="316382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Microsoft YaHei"/>
              </a:defRPr>
            </a:pPr>
            <a:r>
              <a:t>代码定位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746504"/>
            <a:ext cx="3145536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week2-project/main.py: CLI 入口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week2-project/agent.py: LangGraph ReAct Agent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week2-project/tools.py: 工具集合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week2-project/extractor.py: 抽取逻辑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week2-project/eval_runner.py: 评估脚本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week2-project/logger.py: 日志记录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2344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234440"/>
            <a:ext cx="73152" cy="47548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1371600"/>
            <a:ext cx="316382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A580C"/>
                </a:solidFill>
                <a:latin typeface="Microsoft YaHei"/>
              </a:defRPr>
            </a:pPr>
            <a:r>
              <a:t>下一步优化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1746504"/>
            <a:ext cx="3145536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删除调试输出 promptprompt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补更严格 Pydantic schema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拆分 CLI 与核心服务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把日志字段标准化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补 README 运行步骤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增加失败案例分析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38251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F6673"/>
                </a:solidFill>
                <a:latin typeface="Microsoft YaHei"/>
              </a:defRPr>
            </a:pPr>
            <a:r>
              <a:t>Week 2 project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6A34A"/>
                </a:solidFill>
                <a:latin typeface="Microsoft YaHei"/>
              </a:defRPr>
            </a:pPr>
            <a:r>
              <a:t>Week 3: RAG + FastAPI + 全栈整合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698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6673"/>
                </a:solidFill>
                <a:latin typeface="Microsoft YaHei"/>
              </a:defRPr>
            </a:pPr>
            <a:r>
              <a:t>目标: 做出能检索私有文档、显示引用来源、支持前端流式交互的 AI 应用。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539496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73152" cy="4892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71600"/>
            <a:ext cx="508406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6A34A"/>
                </a:solidFill>
                <a:latin typeface="Microsoft YaHei"/>
              </a:defRPr>
            </a:pPr>
            <a:r>
              <a:t>每日学习内容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746504"/>
            <a:ext cx="5065776" cy="430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Day 1: RAG 基础、chunk、embedding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Day 2: Chroma / FAISS 最小 Pipeline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Day 3: top-k、阈值、引用、Rerank 概念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Day 4: FastAPI 路由、Pydantic、CORS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Day 5: 前端 SSE 流式接收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Day 6-7: Docs Copilot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234440"/>
            <a:ext cx="516636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234440"/>
            <a:ext cx="73152" cy="4892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6248" y="1371600"/>
            <a:ext cx="485546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6A34A"/>
                </a:solidFill>
                <a:latin typeface="Microsoft YaHei"/>
              </a:defRPr>
            </a:pPr>
            <a:r>
              <a:t>本周产出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1746504"/>
            <a:ext cx="4837176" cy="430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RAGPipeline 类封装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文档索引脚本 indexer.py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FastAPI 问答接口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SSE 流式聊天页面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引用来源展示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RAG 评估用例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38251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F6673"/>
                </a:solidFill>
                <a:latin typeface="Microsoft YaHei"/>
              </a:defRPr>
            </a:pPr>
            <a:r>
              <a:t>Week 3 overview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6A34A"/>
                </a:solidFill>
                <a:latin typeface="Microsoft YaHei"/>
              </a:defRPr>
            </a:pPr>
            <a:r>
              <a:t>Week 3 重点: RAG 不是背概念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698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6673"/>
                </a:solidFill>
                <a:latin typeface="Microsoft YaHei"/>
              </a:defRPr>
            </a:pPr>
            <a:r>
              <a:t>真正重要的是知道回答差时，问题出在检索、上下文还是生成。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73152" cy="4754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71600"/>
            <a:ext cx="316382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6A34A"/>
                </a:solidFill>
                <a:latin typeface="Microsoft YaHei"/>
              </a:defRPr>
            </a:pPr>
            <a:r>
              <a:t>RAG 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746504"/>
            <a:ext cx="3145536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文档加载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分块 chunking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embedding 向量化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向量库存储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用户问题向量化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top-k 检索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拼接 context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LLM 基于文档回答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234440"/>
            <a:ext cx="73152" cy="4754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371600"/>
            <a:ext cx="316382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Microsoft YaHei"/>
              </a:defRPr>
            </a:pPr>
            <a:r>
              <a:t>调参点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746504"/>
            <a:ext cx="3145536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chunk_size: 太大噪音多, 太小语义断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overlap: 防止关键信息被切断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top_k: 太少不完整, 太多噪音多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threshold: 不相关时拒答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rerank: 先粗召回, 再精排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prompt: 明确只能基于文档回答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2344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234440"/>
            <a:ext cx="73152" cy="4754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1371600"/>
            <a:ext cx="316382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DC2626"/>
                </a:solidFill>
                <a:latin typeface="Microsoft YaHei"/>
              </a:defRPr>
            </a:pPr>
            <a:r>
              <a:t>失败诊断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1746504"/>
            <a:ext cx="3145536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没搜到: chunk/embedding/query 问题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搜错了: top_k/阈值/rerank 问题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搜到了但答错: prompt 问题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答得太长: max_tokens/格式约束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编造: 缺拒答规则和引用约束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慢: 检索数、上下文长度、模型选择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38251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F6673"/>
                </a:solidFill>
                <a:latin typeface="Microsoft YaHei"/>
              </a:defRPr>
            </a:pPr>
            <a:r>
              <a:t>Week 3 RAG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6A34A"/>
                </a:solidFill>
                <a:latin typeface="Microsoft YaHei"/>
              </a:defRPr>
            </a:pPr>
            <a:r>
              <a:t>Week 3 重点: FastAPI + SSE 前端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698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6673"/>
                </a:solidFill>
                <a:latin typeface="Microsoft YaHei"/>
              </a:defRPr>
            </a:pPr>
            <a:r>
              <a:t>这一步把 AI 能力变成用户可用的 Web 应用。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61872"/>
            <a:ext cx="52578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61872"/>
            <a:ext cx="73152" cy="4983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99031"/>
            <a:ext cx="494690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Microsoft YaHei"/>
              </a:defRPr>
            </a:pPr>
            <a:r>
              <a:t>FastAPI 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773936"/>
            <a:ext cx="4928616" cy="439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app = FastAPI()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@app.get / @app.post 路由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Pydantic 请求体和响应模型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CORS 跨域配置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HTMLResponse 返回页面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EventSourceResponse / StreamingResponse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自动生成 /docs 接口文档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Express 类比: 路由 + middleware + JSON response。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261872"/>
            <a:ext cx="52578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261872"/>
            <a:ext cx="73152" cy="4983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399031"/>
            <a:ext cx="494690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6A34A"/>
                </a:solidFill>
                <a:latin typeface="Microsoft YaHei"/>
              </a:defRPr>
            </a:pPr>
            <a:r>
              <a:t>前端要点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1773936"/>
            <a:ext cx="4928616" cy="439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fetch 发送问题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ReadableStream 读取流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TextDecoder 解码 token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逐字追加到页面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显示 loading/error/empty 状态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展示 sources 引用来源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可加 AbortController 停止生成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前端优势: AI 产品体验主要靠状态管理和流式 UI。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38251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F6673"/>
                </a:solidFill>
                <a:latin typeface="Microsoft YaHei"/>
              </a:defRPr>
            </a:pPr>
            <a:r>
              <a:t>Week 3 FastAPI + Frontend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16A34A"/>
                </a:solidFill>
                <a:latin typeface="Microsoft YaHei"/>
              </a:defRPr>
            </a:pPr>
            <a:r>
              <a:t>Week 3 项目: Docs Copilot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698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6673"/>
                </a:solidFill>
                <a:latin typeface="Microsoft YaHei"/>
              </a:defRPr>
            </a:pPr>
            <a:r>
              <a:t>这是第一个完整全栈 AI 应用: 文档 → 检索 → 回答 → 引用 → 前端。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73152" cy="4754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71600"/>
            <a:ext cx="316382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6A34A"/>
                </a:solidFill>
                <a:latin typeface="Microsoft YaHei"/>
              </a:defRPr>
            </a:pPr>
            <a:r>
              <a:t>项目结构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746504"/>
            <a:ext cx="3145536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week3-project/rag.py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week3-project/indexer.py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week3-project/main.py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week3-project/models.py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week3-project/templates/index.html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week3-project/docs/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week3-project/eval_runner.py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234440"/>
            <a:ext cx="73152" cy="4754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371600"/>
            <a:ext cx="316382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Microsoft YaHei"/>
              </a:defRPr>
            </a:pPr>
            <a:r>
              <a:t>核心功能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746504"/>
            <a:ext cx="3145536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索引 Markdown 文档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Chroma collection 存储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语义检索 top-k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基于 context 回答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引用来源展示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SSE 流式输出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评估检索和生成质量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2344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234440"/>
            <a:ext cx="73152" cy="47548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1371600"/>
            <a:ext cx="316382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A580C"/>
                </a:solidFill>
                <a:latin typeface="Microsoft YaHei"/>
              </a:defRPr>
            </a:pPr>
            <a:r>
              <a:t>改进方向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1746504"/>
            <a:ext cx="3145536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当前 Chroma 是内存模式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可改 PersistentClient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不要启动时 delete_collection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补上传文档 UI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增加真实知识库评估集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加入阈值拒答和来源置信度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38251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F6673"/>
                </a:solidFill>
                <a:latin typeface="Microsoft YaHei"/>
              </a:defRPr>
            </a:pPr>
            <a:r>
              <a:t>Week 3 project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EA580C"/>
                </a:solidFill>
                <a:latin typeface="Microsoft YaHei"/>
              </a:defRPr>
            </a:pPr>
            <a:r>
              <a:t>Week 4: Agent + LangGraph + MCP + 部署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698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6673"/>
                </a:solidFill>
                <a:latin typeface="Microsoft YaHei"/>
              </a:defRPr>
            </a:pPr>
            <a:r>
              <a:t>目标: 理解 Agent 边界，用 LangGraph 写可控工作流，并具备部署和项目评估意识。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539496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73152" cy="48920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71600"/>
            <a:ext cx="508406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A580C"/>
                </a:solidFill>
                <a:latin typeface="Microsoft YaHei"/>
              </a:defRPr>
            </a:pPr>
            <a:r>
              <a:t>每日学习内容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746504"/>
            <a:ext cx="5065776" cy="430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Day 1: Agent Loop、ReAct、停止条件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Day 2: LangGraph State/Node/Edge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Day 3: MCP 协议和工具标准化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Day 4: 项目级评估与优化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Day 5: 部署、环境变量、日志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Day 6-7: AI Workflow Assistant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234440"/>
            <a:ext cx="516636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234440"/>
            <a:ext cx="73152" cy="48920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6248" y="1371600"/>
            <a:ext cx="485546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6A34A"/>
                </a:solidFill>
                <a:latin typeface="Microsoft YaHei"/>
              </a:defRPr>
            </a:pPr>
            <a:r>
              <a:t>本周产出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1746504"/>
            <a:ext cx="4837176" cy="430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手写 SimpleAgent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LangGraph 工作流 demo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MCP 实验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eval_runner.py 项目评估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FastAPI + SSE workflow assistant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部署材料和 README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38251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F6673"/>
                </a:solidFill>
                <a:latin typeface="Microsoft YaHei"/>
              </a:defRPr>
            </a:pPr>
            <a:r>
              <a:t>Week 4 overview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EA580C"/>
                </a:solidFill>
                <a:latin typeface="Microsoft YaHei"/>
              </a:defRPr>
            </a:pPr>
            <a:r>
              <a:t>Week 4 重点: Agent 要知道边界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698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6673"/>
                </a:solidFill>
                <a:latin typeface="Microsoft YaHei"/>
              </a:defRPr>
            </a:pPr>
            <a:r>
              <a:t>Agent 不是更高级的万能调用方式，它只是“循环 + 判断 + 工具”。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73152" cy="47548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71600"/>
            <a:ext cx="316382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A580C"/>
                </a:solidFill>
                <a:latin typeface="Microsoft YaHei"/>
              </a:defRPr>
            </a:pPr>
            <a:r>
              <a:t>ReAct 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746504"/>
            <a:ext cx="3145536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Thought: 分析当前情况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Action: 选择工具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Action Input: 工具参数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Observation: 工具返回结果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循环直到 Final Answer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核心: prompt 格式 + parser + tools registry。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234440"/>
            <a:ext cx="73152" cy="4754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371600"/>
            <a:ext cx="316382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6A34A"/>
                </a:solidFill>
                <a:latin typeface="Microsoft YaHei"/>
              </a:defRPr>
            </a:pPr>
            <a:r>
              <a:t>适合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746504"/>
            <a:ext cx="3145536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多步骤研究任务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路径不确定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需要多个工具组合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需要根据中间结果决定下一步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例如: 查资料 → 计算 → 汇总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2344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234440"/>
            <a:ext cx="73152" cy="4754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1371600"/>
            <a:ext cx="316382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DC2626"/>
                </a:solidFill>
                <a:latin typeface="Microsoft YaHei"/>
              </a:defRPr>
            </a:pPr>
            <a:r>
              <a:t>不适合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1746504"/>
            <a:ext cx="3145536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简单翻译/摘要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固定格式抽取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对延迟极敏感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工具很少或步骤固定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成本敏感场景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这些用 Chain 或一次调用更稳。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38251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F6673"/>
                </a:solidFill>
                <a:latin typeface="Microsoft YaHei"/>
              </a:defRPr>
            </a:pPr>
            <a:r>
              <a:t>Week 4 Agent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EA580C"/>
                </a:solidFill>
                <a:latin typeface="Microsoft YaHei"/>
              </a:defRPr>
            </a:pPr>
            <a:r>
              <a:t>Week 4 重点: LangGraph + MCP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698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6673"/>
                </a:solidFill>
                <a:latin typeface="Microsoft YaHei"/>
              </a:defRPr>
            </a:pPr>
            <a:r>
              <a:t>LangGraph 解决可控编排，MCP 解决工具接入标准化。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61872"/>
            <a:ext cx="52578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61872"/>
            <a:ext cx="73152" cy="4983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99031"/>
            <a:ext cx="494690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Microsoft YaHei"/>
              </a:defRPr>
            </a:pPr>
            <a:r>
              <a:t>LangGraph 学习重点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773936"/>
            <a:ext cx="4928616" cy="439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State: 全局状态对象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Node: 处理状态的函数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Edge: 节点连接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Conditional Edge: 条件路由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END: 结束节点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checkpointer: 保存状态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interrupt_before: 人工介入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适合: 生产级、可观测、可暂停的 Agent 工作流。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261872"/>
            <a:ext cx="52578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6208" y="1261872"/>
            <a:ext cx="73152" cy="4983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399031"/>
            <a:ext cx="494690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Microsoft YaHei"/>
              </a:defRPr>
            </a:pPr>
            <a:r>
              <a:t>MCP 学习重点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1773936"/>
            <a:ext cx="4928616" cy="439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MCP = Model Context Protocol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Client: AI 应用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Server: 工具/数据提供方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tools/list: 自动发现工具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tools/call: 调用工具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比普通 function calling 更标准化</a:t>
            </a: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18181B"/>
                </a:solidFill>
                <a:latin typeface="Microsoft YaHei"/>
              </a:defRPr>
            </a:pPr>
            <a:r>
              <a:t>当前阶段: 了解定位、跑通实验即可，不要过度深挖。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38251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F6673"/>
                </a:solidFill>
                <a:latin typeface="Microsoft YaHei"/>
              </a:defRPr>
            </a:pPr>
            <a:r>
              <a:t>Week 4 LangGraph + MCP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EA580C"/>
                </a:solidFill>
                <a:latin typeface="Microsoft YaHei"/>
              </a:defRPr>
            </a:pPr>
            <a:r>
              <a:t>Week 4 项目: AI Workflow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698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6673"/>
                </a:solidFill>
                <a:latin typeface="Microsoft YaHei"/>
              </a:defRPr>
            </a:pPr>
            <a:r>
              <a:t>用户输入复杂任务，系统规划步骤、调用工具、汇总结果。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73152" cy="47548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71600"/>
            <a:ext cx="316382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A580C"/>
                </a:solidFill>
                <a:latin typeface="Microsoft YaHei"/>
              </a:defRPr>
            </a:pPr>
            <a:r>
              <a:t>项目结构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746504"/>
            <a:ext cx="3145536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week4-project/workflow.py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week4-project/tools.py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week4-project/models.py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week4-project/main.py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week4-project/templates/index.html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week4-project/eval_cases.json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week4-project/eval_runner.py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234440"/>
            <a:ext cx="73152" cy="4754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371600"/>
            <a:ext cx="316382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Microsoft YaHei"/>
              </a:defRPr>
            </a:pPr>
            <a:r>
              <a:t>工作流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746504"/>
            <a:ext cx="3145536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plan_node: LLM 生成计划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execute_node: 调用工具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should_continue: 判断是否继续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summarize_node: 汇总结果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StateGraph: plan → execute loop → summarize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TaskStatus: 保存任务状态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2344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234440"/>
            <a:ext cx="73152" cy="47548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1371600"/>
            <a:ext cx="316382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DC2626"/>
                </a:solidFill>
                <a:latin typeface="Microsoft YaHei"/>
              </a:defRPr>
            </a:pPr>
            <a:r>
              <a:t>现在要改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1746504"/>
            <a:ext cx="3145536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README 启动命令和导入方式要修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SSE 前端未真正消费 stream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calculator 不应使用 eval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file_reader 要限制目录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web_search 要标明是 mock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补依赖文件和 .env.example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38251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F6673"/>
                </a:solidFill>
                <a:latin typeface="Microsoft YaHei"/>
              </a:defRPr>
            </a:pPr>
            <a:r>
              <a:t>Week 4 project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2563EB"/>
                </a:solidFill>
                <a:latin typeface="Microsoft YaHei"/>
              </a:defRPr>
            </a:pPr>
            <a:r>
              <a:t>横向能力: 评估体系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698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6673"/>
                </a:solidFill>
                <a:latin typeface="Microsoft YaHei"/>
              </a:defRPr>
            </a:pPr>
            <a:r>
              <a:t>评估不是 Week 4 才做，而是从 Week 2 开始贯穿每个 AI demo。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73152" cy="4754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71600"/>
            <a:ext cx="316382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6A34A"/>
                </a:solidFill>
                <a:latin typeface="Microsoft YaHei"/>
              </a:defRPr>
            </a:pPr>
            <a:r>
              <a:t>评估对象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746504"/>
            <a:ext cx="3145536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Prompt: 输出是否符合格式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结构化抽取: 字段是否完整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RAG 检索: 来源是否命中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RAG 生成: 关键词是否包含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Agent: 工具是否选对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Workflow: 步骤是否合理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234440"/>
            <a:ext cx="73152" cy="4754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371600"/>
            <a:ext cx="316382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Microsoft YaHei"/>
              </a:defRPr>
            </a:pPr>
            <a:r>
              <a:t>指标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746504"/>
            <a:ext cx="3145536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通过率 pass_rate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工具命中率 tool_rate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关键词命中率 keyword_rate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平均延迟 avg_latency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失败样本数量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token/cost 消耗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2344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234440"/>
            <a:ext cx="73152" cy="4754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1371600"/>
            <a:ext cx="316382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Microsoft YaHei"/>
              </a:defRPr>
            </a:pPr>
            <a:r>
              <a:t>调优闭环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1746504"/>
            <a:ext cx="3145536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1. 先跑 baseline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2. 分析失败类型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3. 改 prompt / 工具描述 / 检索参数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4. 重新跑同一评估集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5. 保存 eval_result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6. 写调优记录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38251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F6673"/>
                </a:solidFill>
                <a:latin typeface="Microsoft YaHei"/>
              </a:defRPr>
            </a:pPr>
            <a:r>
              <a:t>Evaluation system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2563EB"/>
                </a:solidFill>
                <a:latin typeface="Microsoft YaHei"/>
              </a:defRPr>
            </a:pPr>
            <a:r>
              <a:t>仓库结构地图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698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6673"/>
                </a:solidFill>
                <a:latin typeface="Microsoft YaHei"/>
              </a:defRPr>
            </a:pPr>
            <a:r>
              <a:t>你当前仓库已经覆盖大模型应用主链路，下一步是整理成作品集。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26517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73152" cy="4754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71600"/>
            <a:ext cx="234086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Microsoft YaHei"/>
              </a:defRPr>
            </a:pPr>
            <a:r>
              <a:t>课程目录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746504"/>
            <a:ext cx="2322576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week1-python-ai-basics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week2-prompt-and-langchain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week3-rag-and-fastapi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week4-agent-and-deploy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作用: 讲义、练习代码、周总结 PPT。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234440"/>
            <a:ext cx="26517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11880" y="1234440"/>
            <a:ext cx="73152" cy="4754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13048" y="1371600"/>
            <a:ext cx="234086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Microsoft YaHei"/>
              </a:defRPr>
            </a:pPr>
            <a:r>
              <a:t>练习目录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3048" y="1746504"/>
            <a:ext cx="2322576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week1-practice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week2-practice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week3-practice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week4-practice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作用: 每天小练习，验证单个知识点。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234440"/>
            <a:ext cx="24231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234440"/>
            <a:ext cx="73152" cy="4754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9128" y="1371600"/>
            <a:ext cx="211226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6A34A"/>
                </a:solidFill>
                <a:latin typeface="Microsoft YaHei"/>
              </a:defRPr>
            </a:pPr>
            <a:r>
              <a:t>项目目录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9128" y="1746504"/>
            <a:ext cx="2093976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week2-project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week3-project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week4-project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作用: 每周综合作品，可整理为作品集。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234440"/>
            <a:ext cx="2331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89720" y="1234440"/>
            <a:ext cx="73152" cy="47548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90888" y="1371600"/>
            <a:ext cx="202082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A580C"/>
                </a:solidFill>
                <a:latin typeface="Microsoft YaHei"/>
              </a:defRPr>
            </a:pPr>
            <a:r>
              <a:t>根目录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0888" y="1746504"/>
            <a:ext cx="2002536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learning-plan-v2.md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utils.py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本 PPT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生成脚本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作用: 路线、公共工具、总结材料。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38251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F6673"/>
                </a:solidFill>
                <a:latin typeface="Microsoft YaHei"/>
              </a:defRPr>
            </a:pPr>
            <a:r>
              <a:t>Repo map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2563EB"/>
                </a:solidFill>
                <a:latin typeface="Microsoft YaHei"/>
              </a:defRPr>
            </a:pPr>
            <a:r>
              <a:t>作品集整理方式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698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6673"/>
                </a:solidFill>
                <a:latin typeface="Microsoft YaHei"/>
              </a:defRPr>
            </a:pPr>
            <a:r>
              <a:t>最后不要展示 20 个 demo，重点打磨 2-3 个能讲清楚的项目。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342900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73152" cy="4617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71600"/>
            <a:ext cx="311810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Microsoft YaHei"/>
              </a:defRPr>
            </a:pPr>
            <a:r>
              <a:t>项目 1: AI 数据助手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746504"/>
            <a:ext cx="3099816" cy="4032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展示结构化输出、Tool Use、Pydantic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适合说明: Prompt 工程 + 校验 + 评估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要补: README、示例输入输出、失败案例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关键词: structured output, function calling, eval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34440"/>
            <a:ext cx="342900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234440"/>
            <a:ext cx="73152" cy="4617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371600"/>
            <a:ext cx="311810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6A34A"/>
                </a:solidFill>
                <a:latin typeface="Microsoft YaHei"/>
              </a:defRPr>
            </a:pPr>
            <a:r>
              <a:t>项目 2: Docs Copilot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1746504"/>
            <a:ext cx="3099816" cy="4032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展示 RAG Pipeline、FastAPI、引用来源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适合说明: 检索增强和全栈 AI 应用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要补: 持久化向量库、上传文档、拒答策略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关键词: RAG, embedding, retrieval, SSE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234440"/>
            <a:ext cx="342900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234440"/>
            <a:ext cx="73152" cy="4617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1371600"/>
            <a:ext cx="311810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A580C"/>
                </a:solidFill>
                <a:latin typeface="Microsoft YaHei"/>
              </a:defRPr>
            </a:pPr>
            <a:r>
              <a:t>项目 3: Workflow Assistant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1746504"/>
            <a:ext cx="3099816" cy="4032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展示 LangGraph、Agent、工具执行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适合说明: 多步骤工作流和 Agent 边界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要补: 真流式进度、工具安全、部署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关键词: Agent, LangGraph,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38251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F6673"/>
                </a:solidFill>
                <a:latin typeface="Microsoft YaHei"/>
              </a:defRPr>
            </a:pPr>
            <a:r>
              <a:t>Portfolio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2563EB"/>
                </a:solidFill>
                <a:latin typeface="Microsoft YaHei"/>
              </a:defRPr>
            </a:pPr>
            <a:r>
              <a:t>当前项目需要补强的工程问题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698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6673"/>
                </a:solidFill>
                <a:latin typeface="Microsoft YaHei"/>
              </a:defRPr>
            </a:pPr>
            <a:r>
              <a:t>路线是对的，但仓库从学习材料变成作品集还差一层工程整理。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50">
                <a:solidFill>
                  <a:srgbClr val="18181B"/>
                </a:solidFill>
                <a:latin typeface="Microsoft YaHei"/>
              </a:defRPr>
            </a:pPr>
            <a:r>
              <a:t>1. 统一依赖: 根目录缺少 requirements.txt / pyproject.toml，换环境容易跑不起来。</a:t>
            </a:r>
          </a:p>
          <a:p>
            <a:pPr>
              <a:spcAft>
                <a:spcPts val="800"/>
              </a:spcAft>
              <a:defRPr sz="1450">
                <a:solidFill>
                  <a:srgbClr val="18181B"/>
                </a:solidFill>
                <a:latin typeface="Microsoft YaHei"/>
              </a:defRPr>
            </a:pPr>
            <a:r>
              <a:t>2. 启动命令: week4-project 的包名和导入方式不够规范，README 命令要修。</a:t>
            </a:r>
          </a:p>
          <a:p>
            <a:pPr>
              <a:spcAft>
                <a:spcPts val="800"/>
              </a:spcAft>
              <a:defRPr sz="1450">
                <a:solidFill>
                  <a:srgbClr val="18181B"/>
                </a:solidFill>
                <a:latin typeface="Microsoft YaHei"/>
              </a:defRPr>
            </a:pPr>
            <a:r>
              <a:t>3. 真流式: week4-project 声称 SSE，但前端主要还是同步 submit，需要真正消费 /api/stream。</a:t>
            </a:r>
          </a:p>
          <a:p>
            <a:pPr>
              <a:spcAft>
                <a:spcPts val="800"/>
              </a:spcAft>
              <a:defRPr sz="1450">
                <a:solidFill>
                  <a:srgbClr val="18181B"/>
                </a:solidFill>
                <a:latin typeface="Microsoft YaHei"/>
              </a:defRPr>
            </a:pPr>
            <a:r>
              <a:t>4. 工具安全: calculator 不建议 eval，file_reader 应限制到工作目录或 docs 目录。</a:t>
            </a:r>
          </a:p>
          <a:p>
            <a:pPr>
              <a:spcAft>
                <a:spcPts val="800"/>
              </a:spcAft>
              <a:defRPr sz="1450">
                <a:solidFill>
                  <a:srgbClr val="18181B"/>
                </a:solidFill>
                <a:latin typeface="Microsoft YaHei"/>
              </a:defRPr>
            </a:pPr>
            <a:r>
              <a:t>5. Mock 声明: web_search 是模拟数据，README 和 UI 里要标清不是实时搜索。</a:t>
            </a:r>
          </a:p>
          <a:p>
            <a:pPr>
              <a:spcAft>
                <a:spcPts val="800"/>
              </a:spcAft>
              <a:defRPr sz="1450">
                <a:solidFill>
                  <a:srgbClr val="18181B"/>
                </a:solidFill>
                <a:latin typeface="Microsoft YaHei"/>
              </a:defRPr>
            </a:pPr>
            <a:r>
              <a:t>6. README 标准化: 每个项目都要写问题、架构、运行步骤、评估结果、已知问题。</a:t>
            </a:r>
          </a:p>
          <a:p>
            <a:pPr>
              <a:spcAft>
                <a:spcPts val="800"/>
              </a:spcAft>
              <a:defRPr sz="1450">
                <a:solidFill>
                  <a:srgbClr val="18181B"/>
                </a:solidFill>
                <a:latin typeface="Microsoft YaHei"/>
              </a:defRPr>
            </a:pPr>
            <a:r>
              <a:t>7. 调试输出清理: week2-project/main.py 里有 promptprompt 调试输出，应清理。</a:t>
            </a:r>
          </a:p>
          <a:p>
            <a:pPr>
              <a:spcAft>
                <a:spcPts val="800"/>
              </a:spcAft>
              <a:defRPr sz="1450">
                <a:solidFill>
                  <a:srgbClr val="18181B"/>
                </a:solidFill>
                <a:latin typeface="Microsoft YaHei"/>
              </a:defRPr>
            </a:pPr>
            <a:r>
              <a:t>8. 评估报告: eval_runner 应保存结果，并对失败样本分类。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8251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F6673"/>
                </a:solidFill>
                <a:latin typeface="Microsoft YaHei"/>
              </a:defRPr>
            </a:pPr>
            <a:r>
              <a:t>Engineering gaps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2563EB"/>
                </a:solidFill>
                <a:latin typeface="Microsoft YaHei"/>
              </a:defRPr>
            </a:pPr>
            <a:r>
              <a:t>下一阶段行动计划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698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F6673"/>
                </a:solidFill>
                <a:latin typeface="Microsoft YaHei"/>
              </a:defRPr>
            </a:pPr>
            <a:r>
              <a:t>先把已有项目打磨好，再扩展更多框架或高级能力。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73152" cy="4754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71600"/>
            <a:ext cx="316382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Microsoft YaHei"/>
              </a:defRPr>
            </a:pPr>
            <a:r>
              <a:t>第 1 阶段</a:t>
            </a:r>
            <a:br/>
            <a:r>
              <a:t>可运行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746504"/>
            <a:ext cx="3145536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补 requirements.txt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补 .env.example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修 README 启动命令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统一使用 .venv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每个 project 一键运行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删除无关调试输出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234440"/>
            <a:ext cx="73152" cy="4754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371600"/>
            <a:ext cx="316382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Microsoft YaHei"/>
              </a:defRPr>
            </a:pPr>
            <a:r>
              <a:t>第 2 阶段</a:t>
            </a:r>
            <a:br/>
            <a:r>
              <a:t>可评估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746504"/>
            <a:ext cx="3145536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扩充 eval_cases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保存 eval_result.json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记录失败原因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统计延迟和 token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对比 prompt 版本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把调优过程写进 README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2344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234440"/>
            <a:ext cx="73152" cy="4754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1371600"/>
            <a:ext cx="3163824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6A34A"/>
                </a:solidFill>
                <a:latin typeface="Microsoft YaHei"/>
              </a:defRPr>
            </a:pPr>
            <a:r>
              <a:t>第 3 阶段</a:t>
            </a:r>
            <a:br/>
            <a:r>
              <a:t>可展示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1746504"/>
            <a:ext cx="3145536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整理 2-3 个作品集项目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加架构图和截图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部署至少一个在线 demo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准备面试讲解稿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补前端 AI SDK 加分项</a:t>
            </a:r>
          </a:p>
          <a:p>
            <a:pPr>
              <a:spcAft>
                <a:spcPts val="300"/>
              </a:spcAft>
              <a:defRPr sz="1150">
                <a:solidFill>
                  <a:srgbClr val="18181B"/>
                </a:solidFill>
                <a:latin typeface="Microsoft YaHei"/>
              </a:defRPr>
            </a:pPr>
            <a:r>
              <a:t>写清下一步优化方向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382512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F6673"/>
                </a:solidFill>
                <a:latin typeface="Microsoft YaHei"/>
              </a:defRPr>
            </a:pPr>
            <a:r>
              <a:t>Next steps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488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Microsoft YaHei"/>
              </a:defRPr>
            </a:pPr>
            <a:r>
              <a:t>这条学习路线是对的。下一步不是再堆更多框架，而是把已有项目打磨到能运行、能评估、能展示。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794760"/>
            <a:ext cx="8869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50">
                <a:solidFill>
                  <a:srgbClr val="DBEAFE"/>
                </a:solidFill>
                <a:latin typeface="Microsoft YaHei"/>
              </a:defRPr>
            </a:pPr>
            <a:r>
              <a:t>主线: API → Prompt → Structured Output → Eval → RAG → FastAPI → Agent → Deploy</a:t>
            </a:r>
          </a:p>
          <a:p>
            <a:pPr>
              <a:spcAft>
                <a:spcPts val="1200"/>
              </a:spcAft>
              <a:defRPr sz="1650">
                <a:solidFill>
                  <a:srgbClr val="DBEAFE"/>
                </a:solidFill>
                <a:latin typeface="Microsoft YaHei"/>
              </a:defRPr>
            </a:pPr>
            <a:r>
              <a:t>目标: 形成 2-3 个高质量作品集项目</a:t>
            </a:r>
          </a:p>
          <a:p>
            <a:pPr>
              <a:spcAft>
                <a:spcPts val="1200"/>
              </a:spcAft>
              <a:defRPr sz="1650">
                <a:solidFill>
                  <a:srgbClr val="DBEAFE"/>
                </a:solidFill>
                <a:latin typeface="Microsoft YaHei"/>
              </a:defRPr>
            </a:pPr>
            <a:r>
              <a:t>标准: 能讲清架构、边界、失败案例、评估指标和优化过程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