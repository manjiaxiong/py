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第三周学习总结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RAG + FastAPI + 全栈整合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FDBFE"/>
                </a:solidFill>
              </a:defRPr>
            </a:pPr>
            <a:r>
              <a:t>检索增强生成 | Python Web 框架 | SSE 流式输出 | 前端对接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本周目录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1. Day 1: RAG 基础概念 — 分块、Embedding、向量检索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2. Day 2: 最小 RAG Pipeline — 加载 -&gt; 分块 -&gt; 存储 -&gt; 检索 -&gt; 生成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3. Day 3: RAG 优化 — chunk_size、top_k、阈值、Rerank、评估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4. Day 4: FastAPI 后端 — 路由、Pydantic、SSE、CORS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5. Day 5: 前端对接 — SSE 流式接收、聊天界面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6. 周项目: Docs Copilot — AI 文档问答助手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7. 面试考点: 10 道高频面试题 + 答案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1: RAG 基础概念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RAG = Retrieval-Augmented Generation（检索增强生成）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核心思想: AI 不靠记忆回答，先从文档中搜索相关内容，再基于搜索结果回答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类比: 闭卷考试(直接问AI) vs 开卷考试(RAG) vs 提前背书(微调)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RAG 优势: 便宜、实时更新、可控、能处理私有数据、减少幻觉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完整流程: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离线阶段: 文档 -&gt; 分块(Chunking) -&gt; 向量化(Embedding) -&gt; 存入向量库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在线阶段: 用户提问 -&gt; 向量化 -&gt; 向量库检索 -&gt; 取 top-k -&gt; 拼接 prompt -&gt; LLM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1: Chunking + 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Chunking（文档分块）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为什么分块: token 限制 + 精准匹配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固定字数: 每 300 字切一块（简单粗暴）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按段落: 用 \n\n 分割（保留语义）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递归切分: 先段落 -&gt; 句子 -&gt; 字数（最佳实践）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overlap: 相邻块重叠 50-100 字防切断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推荐: 300-500 字，视场景调整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18872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Embedding（文本向量化）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82880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本质: 文本 -&gt; 一组数字（384 维向量）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特性: 语义相近 -&gt; 向量距离近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例: "React 组件" 和 "Vue 组件" 向量很接近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余弦相似度: 1=完全相同, 0=无关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L2 距离: 0=完全相同, 越大越远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Chroma 默认: all-MiniLM-L6-v2（本地免费）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2: 最小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Step 1: 加载文档 — Path(dir).glob('*.md') 读取所有 Markdown 文件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Step 2: 文档分块 — 按段落 split('\n\n') + 过滤空段落 + overlap 重叠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Step 3: 存入向量库 — collection.add(documents, ids, metadatas)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Step 4: 检索测试 — collection.query(query_texts=[问题], n_results=3)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Step 5: RAG 问答 — 检索结果拼接 context -&gt; 构造 prompt -&gt; 调 LLM 生成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ChromaDB 核心 API: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add() 添加文档 | query() 语义检索 | get() 按 ID 获取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delete() 删除 | update() 更新 | count() 统计总数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两种模式: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Client() — 内存模式，重启丢失（学习用）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PersistentClient(path='./db') — 持久化到磁盘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3: RAG 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1. chunk_size 实验: 200/500/1000 字符对比，500 通常最佳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2. top_k 调整: k=1 不完整, k=3 推荐, k=5+ 可能有噪音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3. 引用来源: metadata 中存 source 文件名，检索时一起返回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4. 相似度阈值: 距离 &gt; 阈值 -&gt; 拒绝回答（防止基于不相关内容编造）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5. Rerank 概念: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Bi-encoder(当前): 文档和查询分别编码 -&gt; 快但精度一般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Cross-encoder(Rerank): 查询+文档一起输入 -&gt; 慢但精度高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实际: 先 Bi-encoder 召回 20 条 -&gt; Cross-encoder 精排取 3 条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6. 评估 RAG（最重要）: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检索评估: 期望来源是否在 top-k 中？(命中率)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生成评估: AI 回答是否包含期望关键词？(通过率)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 分开评估: 检索错 -&gt; 优化分块/embedding; 生成错 -&gt; 优化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4: FastAPI 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FastAPI = Python 版 Express.js，自带 API 文档 + 类型校验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创建应用: app = FastAPI() | 等价 const app = express()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GET 路由: @app.get('/path') | 路径参数 {name} | 查询参数 page=1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POST 路由: @app.post('/path') + Pydantic Model = 自动解析+校验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Pydantic: BaseModel + Field(min_length, ge, le) = 内置 Zod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响应模型: response_model 自动过滤字段（防泄露敏感数据）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RAG 接口: POST /index 索引文档 + POST /ask RAG 问答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统一响应: success()/error() 返回 {code, msg, data} 格式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SSE 流式: StreamingResponse + yield（打字机效果）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CORS: app.add_middleware(CORSMiddleware, allow_origins=[...])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启动: uvicorn app:app --reload | 访问 /docs 看自动生成的 Swagger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4: Express vs FastAPI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Express.js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37160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app.get('/path', handler)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82880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@app.get('/path')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req.params.id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76272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函数参数 (path param)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req.query.page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523744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函数参数 + 默认值 (query param)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71216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req.body + Zod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2871216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Pydantic Model 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res.json({...})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218688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return {...}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res.status(201).json(...)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56616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JSONResponse(status_code=201, 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app.use(cors())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3913632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app.add_middleware(CORSMiddleware, 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4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app.use(express.static(...))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261104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app.mount('/static', StaticFiles(...))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08576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res.write() / 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4608576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StreamingResponse / EventSourceResponse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56048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nodemon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956048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uvicorn --reload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手动配 Swagger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5303520"/>
            <a:ext cx="53643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自动生成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5: 前端对接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方案: 纯 HTML + CSS + JS（学习阶段，零依赖无需构建工具）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SSE 完整链路: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后端: async def generator() + yield + EventSourceResponse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协议: event: token\ndata: {"text": "xxx"}\n\n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前端: fetch + ReadableStream + TextDecoder（不用 EventSource，因为需要 POST）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前端技术点: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fetch + POST 发送问题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response.body.getReader() 读取 SSE 流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TextDecoder 二进制转字符串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innerHTML += 逐字追加（打字机效果）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AbortController 取消请求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  CSS Variables 主题管理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</a:defRPr>
            </a:pPr>
            <a:r>
              <a:t>引用来源: 折叠面板展示检索到的原文片段 + 文件名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周项目: Docs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AI 文档问答助手 — 整合 RAG + FastAPI + 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rag.py — RAGPipeline 类封装（分块 / 索引 / 检索 / 问答 / 阈值过滤）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models.py — Pydantic 数据模型（IndexRequest, AskRequest, AskResponse...）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main.py — FastAPI 服务入口（GET / + POST /api/ask + SSE 流式）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indexer.py — 文档索引脚本（读 docs/ 下所有 .md -&gt; 分块 -&gt; 存入向量库）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templates/index.html — 聊天界面（SSE 流式接收 + 引用来源折叠）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eval_cases.json — 10 条评估用例（含拒答测试）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eval_runner.py — 评估脚本（检索命中率 + 生成通过率 分开评估）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运行方式: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python indexer.py  -&gt; 索引文档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uvicorn main:app --reload  -&gt; 启动服务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python eval_runner.py  -&gt; 跑评估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核心架构: RAG 全栈流程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面试考点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Q1: 什么是 RAG？和微调有什么区别？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RAG = 检索增强生成，先从文档库检索相关内容再让 LLM 基于检索结果回答。微调是修改模型参数让它学会新知识。RAG 便宜、实时更新、不需要训练；微调效果更深入但贵、慢、需要大量数据。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Q2: RAG 的完整流程是什么？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离线阶段: 文档 -&gt; 分块(Chunking) -&gt; 向量化(Embedding) -&gt; 存入向量库。在线阶段: 用户提问 -&gt; 向量化 -&gt; 向量库检索 top-k -&gt; 拼接到 prompt -&gt; LLM 生成回答。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Q3: Embedding 是什么？为什么能做语义搜索？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Embedding 把文本转成高维向量（一组数字），语义相近的文本在向量空间中距离近。传统搜索靠关键词匹配，向量搜索靠语义匹配，所以 'React 组件' 能搜到 'Vue 组件'。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Q4: chunk_size 怎么选？太大太小有什么问题？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太大 -&gt; 噪音多，检索不精准，浪费 token。太小 -&gt; 丢失上下文，语义不完整。通常 300-500 字符起步，用评估集实验对比。overlap 50-100 字防止切断关键信息。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Q5: 什么是 Rerank？什么时候需要？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向量检索（Bi-encoder）是粗排，Rerank（Cross-encoder）是精排。Bi-encoder 快但精度一般，Cross-encoder 慢但精准。流程: Bi-encoder 召回 20 条 -&gt; Cross-encoder 重新打分取 3 条。文档量大(&gt;1000条)且精度不够时需要 Rerank。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面试考点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Q6: 怎么评估 RAG 系统的效果？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分开评估: (1)检索评估 — 期望来源是否在 top-k 结果中（命中率）; (2)生成评估 — AI 回答是否包含期望关键词（通过率）。检索差 -&gt; 优化分块/embedding/rerank; 生成差 -&gt; 优化 prompt/top_k。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Q7: FastAPI 和 Express 的主要区别？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FastAPI 自带 Pydantic 类型校验（Express 需要 Zod）, 自动生成 API 文档 /docs（Express 需要手动配 Swagger）, 原生 async/await 支持。路由用装饰器 @app.get() 而不是 app.get(path, handler)。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Q8: SSE 和 WebSocket 有什么区别？AI 场景用哪个？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SSE 是单向（服务器 -&gt; 客户端），基于 HTTP，简单。WebSocket 是双向，需要额外握手，适合聊天室/游戏。AI 流式输出用 SSE 就够了（ChatGPT 就是用的 SSE），不需要 WebSocket。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Q9: 前端怎么接收 SSE 流？为什么不用 EventSource？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因为 EventSource 只支持 GET，RAG 问答需要 POST 发送请求体。所以用 fetch + ReadableStream: response.body.getReader() 逐块读取，TextDecoder 解码二进制，按 SSE 格式解析 event/data 字段。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Q10: RAG 系统用户问了文档中没有的问题怎么办？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设置相似度阈值（如 L2 距离 &gt; 1.5 视为不相关），低于阈值则拒绝回答，返回'文档中未找到相关信息'。同时在 prompt 中明确要求 LLM: '如果文档中没有相关信息，明确说无法回答'，双重保障。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Week 3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RAG 从概念到全栈落地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6705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RAG: 分块 -&gt; Embedding -&gt; 向量检索 -&gt; LLM 生成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优化: chunk_size / top_k / 阈值 / Rerank / 评估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FastAPI: 路由 + Pydantic + SSE + CORS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全栈: 后端 API + 前端 SSE 流式聊天界面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