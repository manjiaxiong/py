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2 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98DB"/>
                </a:solidFill>
                <a:latin typeface="Microsoft YaHei"/>
              </a:defRPr>
            </a:pPr>
            <a:r>
              <a:t>Prompt Engineering + 结构化输出 + 评估 + LangChain +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内容精要与面试考点（含答案）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本周知识全景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Few-shot / CoT / System Prompt / 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402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结构化输出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402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Tool Use / Function Calling / Pydantic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评估与调试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632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Eval 数据集 / 回归测试 / 日志 / 失败分析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86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LangChain 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ChatOpenAI / PromptTemplate / LCEL / 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7091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LangChain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70915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@tool / create_react_agent / ReAct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Day 6-7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532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周项目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532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AI 简历分析助手（整合所有技能）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1: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Few-shot: 给 AI 示例，让它照格式回答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Chain-of-Thought: 让 AI 分步推理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System Prompt: 设定角色 + 约束 + 输出格式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 模板: 变量替换，复用 prompt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XML 标签: Claude 对 &lt;role&gt;&lt;task&gt; 理解更好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Few-shot 和 Zero-shot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Few-shot 给示例让 AI 模仿，Zero-shot 不给示例直接问。Few-shot 输出更稳定但多花 token。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CoT 什么时候用？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复杂推理（数学、逻辑分析）时用，简单提取/翻译不需要，用了反而浪费 token。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System Prompt 放什么最有效？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角色设定 + 输出格式约束 + 边界限制。不要放长篇知识，那是 RAG 干的。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prompt 不稳定怎么办？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加 few-shot 示例 + 加输出格式约束 + 用 Tool Use 强制结构化。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2: 结构化输出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 约束法: 最简单，但不够稳定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 Use: AI 返回结构化 JSON（生产首选）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tool_choice: auto / any / tool 三种模式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两轮调用: 问 -&gt; AI 选工具 -&gt; 执行 -&gt; AI 回答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Pydantic: BaseModel + Field 运行时校验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多工具路由: AI 自动选择调哪个工具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Tool Use 和直接让 AI 返回 JSON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Tool Use 是 API 级别强制返回结构化数据，不会出格式错误。直接返回 JSON 可能混入 markdown 标记或多余文字。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为什么 Tool Use 要两轮 API 调用？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第 1 轮 AI 选工具+填参数，你执行工具拿到结果；第 2 轮把结果发回 AI 生成自然语言回答。两轮都扣 token。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Pydantic 和 TS interface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TS interface 只编译时检查，运行时消失。Pydantic 是运行时校验，能捕获 AI 返回的脏数据。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Tool Use 完整流程（必须能画出来）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用户提问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"帮我算 100*0.8"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3716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402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发 API（附 tools 定义）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第 1 次调用 -- $ 扣费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0632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AI 返回 tool_use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不是文本！是 {name, input} 结构体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1371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你的代码执行工具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本地计算 / 查数据库（不扣费）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63440"/>
            <a:ext cx="13716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把结果发回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第 2 次调用 -- $ 扣费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4864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Microsoft YaHei"/>
              </a:defRPr>
            </a:pPr>
            <a:r>
              <a:t>AI 生成最终回答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"100 * 0.8 = 80"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3: 评估与调试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Eval 数据集: 固定输入 + 期望输出 + 检查字段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自动评估: 字符串包含/数字精确/列表匹配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回归测试: 改 prompt 后老 case 不能挂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日志记录: prompt / response / token / 耗时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JSONL: 每行一条 JSON，方便追加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失败分析: 归类错误模式，针对性修复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为什么 AI 应用需要评估？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prompt 是脆弱的，改一个词可能导致其他 case 退化。没有 eval 集就是盲改，上线后出问题都不知道哪里回退了。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什么是 prompt 退化/回归？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改了 prompt 让新 case 通过了，但旧 case 反而挂了。用固定 eval 集跑回归测试才能发现。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评估集应该包含哪些 case？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正常 case + 边界 case（空输入/超长/信息不全）+ 容易出错的 case。至少 5-10 条。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token 消耗怎么优化？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精简 prompt、减少 few-shot 数量、控制 max_tokens、缓存重复请求。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4: LangChain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ChatOpenAI: 兼容 OpenAI 格式的模型客户端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PromptTemplate: 变量模板（类似 JS 模板字符串）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ChatPromptTemplate: system + human 消息模板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OutputParser: StrOutputParser / JsonOutputParser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LCEL: template | llm | parser（管道语法）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记忆: InMemoryChatMessageHistory + session_id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LCEL 的 | 管道符做了什么？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前一步 invoke() 的输出自动传给后一步的 invoke() 作为输入。类比 JS 的 Promise .then() 链。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JsonOutputParser 配 Pydantic 有什么用？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自动生成 format_instructions 告诉 AI 返回什么字段、什么类型。不配 Pydantic 只会输出 "返回 JSON"，没有字段说明。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对话记忆怎么实现？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用 InMemoryChatMessageHistory 存每轮对话，RunnableWithMessageHistory 自动注入历史。session_id 区分不同用户。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LCEL 管道语法（类比 JS）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Python LCEL: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chain = template | llm | StrOutputParser()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每个 | 相当于: 前一步.invoke() 的输出 -&gt; 后一步.invoke() 的输入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JS 类比: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const result = await parser(await llm(await template(input)))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组合两个 Chain: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keyword_chain | RunnableLambda(lambda k: {"keywords": k}) | title_chain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RunnableLambda = 中间转换函数，把上一步输出转成下一步需要的格式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  <a:latin typeface="Microsoft YaHei"/>
              </a:defRPr>
            </a:pPr>
            <a:r>
              <a:t>JS 类比: .then(k =&gt; ({ keywords: k }))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面试答法: LCEL 让多步 AI 调用像 Unix 管道一样串联，每个组件只关心输入输出，方便组合和复用。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Day 5: LangChain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核心知识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面试考点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@tool: 把普通函数注册为 AI 可调的工具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create_react_agent: LangGraph 创建 Agent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ReAct: 思考 -&gt; 行动 -&gt; 观察 -&gt; 循环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agent.invoke: 传 {messages: [HumanMessage]}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agent.stream: 逐步观察 Agent 执行过程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system prompt: 控制 Agent 行为边界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Agent 和 Chain 的区别？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Chain 是固定流程（A-&gt;B-&gt;C），Agent 是 AI 自主决策（判断调什么工具、调几次、什么时候停）。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Agent 每个循环都扣 token 吗？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Agent 节点（AI 思考）每次都扣费。Tools 节点（执行工具）是本地代码，不扣费。循环 3 次就扣 3 次。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@tool 的 docstring 为什么重要？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AI 完全靠 docstring 判断什么时候用这个工具。描述不清就不会调或者乱调。相当于 API 的接口文档。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Q: Agent 不适合什么场景？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A: 确定性流程（永远走 A-&gt;B-&gt;C）不需要 Agent，用 Chain 更快更省钱。Agent 适合不确定用几个工具的场景。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Agent ReAct 循环（含扣费说明）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17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思考: 用户问了什么？我该调什么工具？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3716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31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执行工具，返回结果给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46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思考: 结果够了吗？还需要调别的吗？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3716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160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执行更多工具（如果需要）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29200"/>
            <a:ext cx="1371600" cy="457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AI 汇总所有结果，生成最终回答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$ 扣费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面试答法: Agent 节点每次都调 LLM（扣费），Tools 节点只跑本地代码（免费）。一次完整分析约 3-4 次 LLM 调用。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原生 SDK vs LangChain（面试高频）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  <a:latin typeface="Microsoft YaHei"/>
              </a:defRPr>
            </a:pPr>
            <a:r>
              <a:t>原生 Anthropic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LangChain /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client.messages.create() 直接调 API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完全控制请求和响应格式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Tool Use 需要手动拼 messages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适合: 简单场景、需要精细控制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学习成本低，调试直观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  <a:latin typeface="Microsoft YaHei"/>
              </a:defRPr>
            </a:pPr>
            <a:r>
              <a:t>类比: 原生 fetch()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LangChain / LangGraph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ChatOpenAI + LCEL 管道语法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PromptTemplate 管理 prompt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Agent 自动决定工具调用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适合: 复杂链路、多工具、记忆</a:t>
            </a:r>
          </a:p>
          <a:p>
            <a:pPr>
              <a:spcAft>
                <a:spcPts val="200"/>
              </a:spcAft>
              <a:defRPr sz="1500" b="1">
                <a:solidFill>
                  <a:srgbClr val="3498DB"/>
                </a:solidFill>
                <a:latin typeface="Microsoft YaHei"/>
              </a:defRPr>
            </a:pPr>
            <a:r>
              <a:t>抽象层多，调试稍难</a:t>
            </a:r>
          </a:p>
          <a:p>
            <a:pPr>
              <a:spcAft>
                <a:spcPts val="1200"/>
              </a:spcAft>
              <a:defRPr sz="1400">
                <a:solidFill>
                  <a:srgbClr val="1E8E4F"/>
                </a:solidFill>
                <a:latin typeface="Microsoft YaHei"/>
              </a:defRPr>
            </a:pPr>
            <a:r>
              <a:t>类比: Axios + React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面试答法: 先用原生 SDK 理解底层原理（API 格式、Tool Use 两轮调用），再用 LangChain 提高开发效率（LCEL 管道、Agent 自动编排）。就像先学 fetch 再学 Axios，两者不冲突，底层理解是基础。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高频面试题 + 答案（上）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1. Tool Use / Function Calling 的完整流程是什么？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用户问 -&gt; 发 API（附 tools 定义）-&gt; AI 返回 tool_use block（不是文本）-&gt; 本地执行工具 -&gt; 把结果发回 API -&gt; AI 生成最终回答。共 2 次 API 调用。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2. Pydantic 在 AI 应用中的作用？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运行时校验 AI 返回的结构化数据。AI 输出不可控，可能缺字段/类型错。Pydantic 相当于在 AI 输出和业务逻辑之间加了一道类型安全的防线。TS interface 只编译时检查，Pydantic 运行时拦截。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3. 怎么评估一个 prompt 的好坏？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建评估集（固定输入+期望输出，覆盖正常+边界 case）-&gt; 自动跑评估 -&gt; 统计通过率/耗时/token。不能只人工测——你测了 5 条没问题，第 6 条可能就挂了。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4. prompt 退化/回归是什么？怎么防止？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改了 prompt 让新 case 通过了，但旧 case 反而挂了，就是退化。防止方法: 每次改 prompt 都跑回归测试，对比新旧版本的通过率，找出退化的 case。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5. LCEL 的 | 管道符做了什么？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链式调用 invoke()。template | llm | parser 等价于 parser(llm(template(input)))。前一步的输出自动成为后一步的输入。类比 JS 的 .then() 链或 Unix 管道。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高频面试题 + 答案（下）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6. Agent 和 Chain 的区别？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Chain 是固定流程（永远走 A-&gt;B-&gt;C），Agent 是 AI 自主决策（判断调什么工具、调几次、什么时候停）。确定性任务用 Chain 更省钱，不确定的任务才用 Agent。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7. Agent 循环扣多少次 token？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Agent 节点（AI 思考）每次都调 LLM 扣费，Tools 节点（执行工具）是本地代码不扣费。循环 3 次 Agent 就扣 3 次。所以要通过好的 prompt 和工具描述减少循环次数。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8. @tool 的 docstring 为什么重要？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AI 完全靠 docstring 判断什么时候该调这个工具。描述不清 -&gt; 该调的不调，不该调的乱调。相当于 API 接口文档，写给 AI 看的。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9. LangGraph 和 LangChain 的关系？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LangGraph 是 LangChain 团队出的图引擎，用状态机（State + Node + Edge）编排复杂流程。比 LangChain Agent 更可控——可以加条件分支、人工审核节点、循环限制。</a:t>
            </a:r>
          </a:p>
          <a:p>
            <a:pPr>
              <a:spcAft>
                <a:spcPts val="200"/>
              </a:spcAft>
              <a:defRPr sz="1400" b="1">
                <a:solidFill>
                  <a:srgbClr val="3498DB"/>
                </a:solidFill>
                <a:latin typeface="Microsoft YaHei"/>
              </a:defRPr>
            </a:pPr>
            <a:r>
              <a:t>10. 日志记录为什么重要？</a:t>
            </a:r>
          </a:p>
          <a:p>
            <a:pPr>
              <a:spcAft>
                <a:spcPts val="1200"/>
              </a:spcAft>
              <a:defRPr sz="1300">
                <a:solidFill>
                  <a:srgbClr val="1E8E4F"/>
                </a:solidFill>
                <a:latin typeface="Microsoft YaHei"/>
              </a:defRPr>
            </a:pPr>
            <a:r>
              <a:t>A: 复现线上问题（用户反馈时能看到当时的 prompt 和回复）、成本分析（token 消耗统计）、性能优化（哪个步骤慢）、评估数据来源（从日志中提取失败 case 补进评估集）。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周项目: AI 简历分析助手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Microsoft YaHei"/>
              </a:defRPr>
            </a:pPr>
            <a:r>
              <a:t>整合 Day 1-5 全部技能，面试时用这个项目讲技术栈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命令行入口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用户交互、调度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LangChain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4-5: ChatOpenAI + create_react_agent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tools.py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@tool 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5: salary_estimate + experience_level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extractor.py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简历提取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2: Tool Use + Pydantic 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logger.py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日志记录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3: JSONL 请求日志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eval_runner.py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评估脚本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Day 3: 自动评估 + 失败分析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E4F"/>
                </a:solidFill>
                <a:latin typeface="Microsoft YaHei"/>
              </a:defRPr>
            </a:pPr>
            <a:r>
              <a:t>面试讲法: 这个项目我用了原生 SDK 的 Tool Use 做简历提取（保证结构化输出），用 LangChain Agent 做智能调度（AI 自己决定先提取还是先估薪），用 Pydantic 做数据校验，还有 JSONL 日志和自动评估。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 2 周完成 -- 掌握清单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9260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Few-shot / CoT / System Prompt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Tool Use 结构化提取 + Pydantic 校验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Eval 数据集 + 回归测试 + 日志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LangChain LCEL + 对话记忆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Agent + @tool + ReAct 循环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原生 SDK vs LangChain 各自适用场景</a:t>
            </a:r>
          </a:p>
          <a:p>
            <a:pPr>
              <a:spcAft>
                <a:spcPts val="8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  周项目: AI 简历分析助手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98DB"/>
                </a:solidFill>
                <a:latin typeface="Microsoft YaHei"/>
              </a:defRPr>
            </a:pPr>
            <a:r>
              <a:t>下周: RAG + FastAPI + 全栈整合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