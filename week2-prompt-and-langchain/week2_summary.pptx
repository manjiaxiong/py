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第 2 周学习总结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98DB"/>
                </a:solidFill>
                <a:latin typeface="Microsoft YaHei"/>
              </a:defRPr>
            </a:pPr>
            <a:r>
              <a:t>Prompt Engineering + 结构化输出 + 评估 + LangChain +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Microsoft YaHei"/>
              </a:defRPr>
            </a:pPr>
            <a:r>
              <a:t>内容精要与面试考点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本周知识全景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188720" cy="411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371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Few-shot / CoT / System Prompt / 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Day 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188720" cy="411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结构化输出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Tool Use / Function Calling / Pydantic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Day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1188720" cy="411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评估与调试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17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Eval 数据集 / 回归测试 / 日志 / 失败分析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Day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188720" cy="411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840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LangChain 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404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ChatOpenAI / PromptTemplate / LCEL / 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Day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1188720" cy="411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LangChain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663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@tool / create_react_agent / ReAct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Day 6-7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86400"/>
            <a:ext cx="1188720" cy="411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6-7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486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周项目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486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AI 简历分析助手（整合所有技能）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1: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Few-shot: 给 AI 示例，让它照格式回答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Chain-of-Thought: 让 AI 分步推理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System Prompt: 设定角色 + 约束 + 输出格式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Prompt 模板: 变量替换，复用 prompt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XML 标签: Claude 对 &lt;role&gt;&lt;task&gt; 理解更好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Few-shot 和 Zero-shot 的区别？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CoT 什么时候用？什么时候不需要？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System Prompt 放什么内容最有效？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prompt 不稳定怎么办？（加约束/示例）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如何评估一个 prompt 的好坏？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2: 结构化输出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Prompt 约束法: 最简单，但不够稳定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Tool Use: AI 返回结构化 JSON（生产首选）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tool_choice: auto / any / tool 三种模式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两轮调用: 用户问 -&gt; AI 选工具 -&gt; 执行 -&gt; AI 回答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Pydantic: BaseModel + Field 做运行时校验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多工具路由: AI 自动选择调哪个工具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Tool Use 和直接让 AI 返回 JSON 的区别？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为什么 Tool Use 要两轮 API 调用？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tool_choice 三种模式分别什么场景用？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Pydantic 和 TypeScript interface 的区别？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  （Pydantic 是运行时校验，TS 只编译时）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Function Calling 会多花 token 吗？（会）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Tool Use 完整流程（必须掌握）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0292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用户提问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417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"帮我算 100*0.8"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402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发送 API（附 tools 定义）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402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第 1 次调用，扣费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50292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632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AI 返回 tool_use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0632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不是文本！是结构化的工具调用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40480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86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你的代码执行工具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886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本地计算 / 查数据库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663440"/>
            <a:ext cx="50292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709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把结果发回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7091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第 2 次调用，扣费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486400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AI 生成最终回答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532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"100 * 0.8 = 80"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3: 评估与调试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Eval 数据集: 固定输入 + 期望输出 + 检查字段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自动评估: 字符串包含 / 数字精确 / 列表元素匹配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回归测试: 改了 prompt 后，老 case 不能挂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日志记录: prompt / response / token / 耗时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JSONL: 每行一条 JSON，方便追加和分析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失败分析: 归类错误模式，针对性修复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为什么 AI 应用需要评估？不能只人工测吗？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  （prompt 改动可能导致其他 case 退化）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什么是 prompt 退化/回归？怎么发现？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评估集应该包含哪些类型的 case？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日志记录对 AI 应用为什么重要？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token 消耗怎么优化？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4: LangChain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ChatOpenAI: 兼容 OpenAI 格式的模型客户端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PromptTemplate: 变量模板（类似 JS 模板字符串）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ChatPromptTemplate: system + human 消息模板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OutputParser: StrOutputParser / JsonOutputParser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LCEL: template | llm | parser（管道语法）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记忆: InMemoryChatMessageHistory + session_id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LangChain 的 | 管道符做了什么？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  （前一步的 invoke 输出作为后一步的输入）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LCEL 和直接调 API 的优势？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JsonOutputParser 配 Pydantic 有什么用？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  （自动生成 format_instructions）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对话记忆怎么实现？session_id 的作用？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LCEL 管道语法（类比 JS）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Python LCEL: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chain = template | llm | StrOutputParser()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每个 | 相当于: 前一步.invoke() 的输出  -&gt;  后一步.invoke() 的输入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JS 类比: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const result = await parser(await llm(await template(input)))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组合 Chain: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keyword_chain | RunnableLambda(lambda k: {"keywords": k}) | title_chain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RunnableLambda = 中间转换函数，把上一步的输出格式转成下一步需要的输入格式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类比 JS: .then(k =&gt; ({ keywords: k }))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5: LangChain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@tool: 把普通函数注册为 AI 可调的工具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create_react_agent: LangGraph 创建 Agent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ReAct: 思考 -&gt; 行动 -&gt; 观察 -&gt; 循环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agent.invoke: 传 {messages: [HumanMessage]}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agent.stream: 逐步观察 Agent 执行过程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system prompt: 控制 Agent 行为边界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Agent 和 Chain 的区别？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  （Chain 固定流程，Agent 自主决策）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Agent 每个循环都扣 token 吗？（是）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@tool 的 docstring 为什么重要？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  （AI 靠 docstring 判断什么时候调这个工具）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Q: Agent 适合什么场景？不适合什么？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Agent 执行流程（ReAct 循环）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417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AI 思考：该调什么工具？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Microsoft YaHei"/>
              </a:defRPr>
            </a:pPr>
            <a:r>
              <a:t>$ 扣费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13716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3774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执行工具，返回结果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3774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91840"/>
            <a:ext cx="137160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37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AI 思考：结果够了吗？需要再调吗？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Microsoft YaHei"/>
              </a:defRPr>
            </a:pPr>
            <a:r>
              <a:t>$ 扣费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51960"/>
            <a:ext cx="13716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297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执行更多工具（如果需要）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FREE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1371600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257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AI 生成最终回答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Microsoft YaHei"/>
              </a:defRPr>
            </a:pPr>
            <a:r>
              <a:t>$ 扣费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Microsoft YaHei"/>
              </a:defRPr>
            </a:pPr>
            <a:r>
              <a:t>关键: Agent 节点每次都调 LLM（扣费），Tools 节点只执行本地代码（免费）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原生 SDK vs LangChain（面试高频）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原生 Anthropic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LangChain /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client.messages.create() 直接调 API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完全控制请求和响应格式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Tool Use 需要手动拼 messages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适合: 简单场景、需要精细控制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学习成本低，调试直观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类比: 原生 fetch()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ChatOpenAI + LCEL 管道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PromptTemplate 管理 prompt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Agent 自动决定工具调用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适合: 复杂链路、多工具、记忆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抽象层多，调试稍难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类比: Axios + React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面试回答: 先用原生 SDK 理解底层原理，再用 LangChain 提高开发效率。两者不冲突。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高频面试题汇总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1. Tool Use / Function Calling 的完整流程是什么？（两轮调用，各自的作用）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2. Pydantic 在 AI 应用中的作用？（运行时校验 AI 的结构化输出）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3. 怎么评估一个 prompt 的好坏？（固定 eval 集 + 自动评估 + 回归测试）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4. prompt 退化是什么？怎么防止？（改 prompt 导致旧 case 失败，靠回归测试）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5. LCEL 的 | 管道符做了什么？（链式 invoke，前一步输出 = 后一步输入）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6. Agent 和 Chain 的区别？（Chain 固定流程，Agent 自主决策调工具）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7. Agent 循环会扣多少次 token？（每个 Agent 节点都扣，Tools 节点不扣）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8. @tool 的 docstring 为什么重要？（AI 靠它判断什么时候用这个工具）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9. LangGraph 和 LangChain 的关系？（LangGraph 是 LangChain 的图引擎，更可控）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10. 日志记录为什么重要？（复现问题 + 成本分析 + 性能优化）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周项目: AI 简历分析助手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F8C8D"/>
                </a:solidFill>
                <a:latin typeface="Microsoft YaHei"/>
              </a:defRPr>
            </a:pPr>
            <a:r>
              <a:t>项目架构（整合 Day 1-5 全部技能）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命令行入口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用户交互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agent.py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LangChain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4-5: ChatOpenAI + create_react_agent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tools.py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@tool 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5: salary_estimate + experience_level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extractor.py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简历提取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2: Tool Use + Pydantic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logger.py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日志记录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3: JSONL 请求日志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eval_runner.py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评估脚本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3: 自动评估 + 失败分析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第 2 周完成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98DB"/>
                </a:solidFill>
                <a:latin typeface="Microsoft YaHei"/>
              </a:defRPr>
            </a:pPr>
            <a:r>
              <a:t>Prompt + Tool Use + 评估 + LangChain +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7F8C8D"/>
                </a:solidFill>
                <a:latin typeface="Microsoft YaHei"/>
              </a:defRPr>
            </a:pPr>
            <a:r>
              <a:t>  Few-shot / CoT / System Prompt</a:t>
            </a:r>
          </a:p>
          <a:p>
            <a:pPr>
              <a:spcAft>
                <a:spcPts val="600"/>
              </a:spcAft>
              <a:defRPr sz="1700">
                <a:solidFill>
                  <a:srgbClr val="7F8C8D"/>
                </a:solidFill>
                <a:latin typeface="Microsoft YaHei"/>
              </a:defRPr>
            </a:pPr>
            <a:r>
              <a:t>  Tool Use 结构化提取 + Pydantic 校验</a:t>
            </a:r>
          </a:p>
          <a:p>
            <a:pPr>
              <a:spcAft>
                <a:spcPts val="600"/>
              </a:spcAft>
              <a:defRPr sz="1700">
                <a:solidFill>
                  <a:srgbClr val="7F8C8D"/>
                </a:solidFill>
                <a:latin typeface="Microsoft YaHei"/>
              </a:defRPr>
            </a:pPr>
            <a:r>
              <a:t>  Eval 数据集 + 回归测试 + 日志</a:t>
            </a:r>
          </a:p>
          <a:p>
            <a:pPr>
              <a:spcAft>
                <a:spcPts val="600"/>
              </a:spcAft>
              <a:defRPr sz="1700">
                <a:solidFill>
                  <a:srgbClr val="7F8C8D"/>
                </a:solidFill>
                <a:latin typeface="Microsoft YaHei"/>
              </a:defRPr>
            </a:pPr>
            <a:r>
              <a:t>  LangChain LCEL + 对话记忆</a:t>
            </a:r>
          </a:p>
          <a:p>
            <a:pPr>
              <a:spcAft>
                <a:spcPts val="600"/>
              </a:spcAft>
              <a:defRPr sz="1700">
                <a:solidFill>
                  <a:srgbClr val="7F8C8D"/>
                </a:solidFill>
                <a:latin typeface="Microsoft YaHei"/>
              </a:defRPr>
            </a:pPr>
            <a:r>
              <a:t>  Agent + @tool + ReAct 循环</a:t>
            </a:r>
          </a:p>
          <a:p>
            <a:pPr>
              <a:spcAft>
                <a:spcPts val="600"/>
              </a:spcAft>
              <a:defRPr sz="1700">
                <a:solidFill>
                  <a:srgbClr val="7F8C8D"/>
                </a:solidFill>
                <a:latin typeface="Microsoft YaHei"/>
              </a:defRPr>
            </a:pPr>
            <a:r>
              <a:t>  周项目: AI 简历分析助手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