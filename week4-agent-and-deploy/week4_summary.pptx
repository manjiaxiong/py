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第四周学习总结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Agent 深入 + LangGraph + MCP + 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FDBFE"/>
                </a:solidFill>
              </a:defRPr>
            </a:pPr>
            <a:r>
              <a:t>Agent Loop | ReAct | LangGraph 工作流 | MCP 协议 | 项目评估调优 | 部署上线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本周目录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1. Day 1: Agent 深入 — Agent Loop、ReAct 模式、停止条件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2. Day 2: LangGraph — State/Node/Edge、条件边、人工介入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3. Day 3: MCP — 模型上下文协议、Server/Client 架构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4. Day 4: 评估与优化 — 评估集、失败分析、调优对比、延迟追踪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5. Day 5: 部署上线 — Railway/Docker、环境变量、日志中间件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6. 毕业项目: AI Workflow Assistant — LangGraph 多步骤工作流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</a:defRPr>
            </a:pPr>
            <a:r>
              <a:t>7. 面试考点: 10 道高频面试题 + 答案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1: Agent 深入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Agent = 让 AI 自主决策调用工具的循环（plan → act → observe → repeat）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Agent vs Chain: Chain = 固定流程(A→B→C), Agent = 动态决策（每步都不同）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ReAct 模式: Thought(推理分析) → Action(选择工具) → Observation(工具返回) → 循环 → Final Answer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ReAct Prompt 模板: 明确定义 Thought/Action/Action Input/Final Answer 格式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工具注册表: dict 映射工具名到函数，就像路由表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停止条件（必须有）: Final Answer / max_iterations / 工具失败重试耗尽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不是所有任务都适合 Agent — 简单任务直接调用更快更稳定更省钱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适用 Agent: 多步骤研究、不确定路径、需要多个工具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不适合 Agent: 简单翻译、固定格式输出、对延迟敏感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1: 手写 SimpleAgent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类结构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9000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__init__: client, model, tools, max_iterations, max_retries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run(task): Agent 循环入口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  for i in range(max_iterations):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    1. 构造 ReAct Prompt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    2. 调 LLM 获取下一步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    3. parse_react_response() 解析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    4. 如果 Final Answer → 返回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    5. 如果 Action → _execute_tool()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    6. 更新 history 继续循环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_execute_tool: 调用工具 + 重试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_parse_response: 正则提取 Action/Input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0167" y="1188720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JS 类比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828800"/>
            <a:ext cx="509000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class Agent = class Agent { constructor(), async run() }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while i &lt; max = while (attempts &lt; MAX)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TOOLS dict = const tools = { calc: fn, search: fn }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re.search = text.match(/pattern/)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try/except + retry = try/catch + for loop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history += observation = context.push(observation)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parse_react_response = parseResponse(text)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2: LangGraph 核心概念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为什么需要 LangGraph: LangChain Agent 黑盒不可控, LangGraph 图结构清晰可见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四大核心概念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9000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State(TypedDict): 共享数据对象，所有节点都能读写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  JS 类比: React useState / Redux store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Node(函数): 接收 state，返回更新字典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  JS 类比: reducer (state) =&gt; newState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Edge(边): A → B 固定连接，无条件跳转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  JS 类比: 直接函数调用 return next()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Conditional Edge: if/else 条件路由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  JS 类比: switch/case 路由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828800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代码骨架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560320"/>
            <a:ext cx="509000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graph = StateGraph(WorkflowState)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graph.add_node('research', research_node)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graph.add_node('outline', outline_node)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graph.add_edge('research', 'outline')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# 条件边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def should_continue(state):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    if state['score'] &gt;= 7: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        return 'end'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    return 'retry'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graph.add_conditional_edges(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    'review', should_continue,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    {'end': END, 'retry': 'draft'},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app = graph.compile()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</a:defRPr>
            </a:pPr>
            <a:r>
              <a:t>result = app.invoke(initial_state)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2: 人工介入 (Human-in-the-loop)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在关键步骤暂停，等人工审核后继续 — 生产环境必备能力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实现方式: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1. MemorySaver() — 内存中保存状态快照（检查点）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2. compile(interrupt_before=['review']) — 在 review 前暂停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3. 第一次 invoke() — 运行到 interrupt 点自动停止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4. Command(resume='approved') — 恢复并传入人工反馈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JS 类比: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const result = await workflow.runUntil('review');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const feedback = await getUserInput();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await workflow.resume(feedback);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使用场景: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- 内容审核（AI 生成 → 人工确认 → 发布）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- 敏感操作审批（AI 建议 → 人工决定）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- 质量保证（草稿 → 人工修改 → 最终稿）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3: MCP 模型上下文协议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MCP = AI 工具的 USB 接口，统一协议，即插即用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MCP vs Function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9000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Function Calling: 工具硬编码在 prompt/代码里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改工具 → 改代码 → 重新部署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MCP: 工具由 Server 动态提供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改工具 → 只改 Server → Client 自动发现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架构: Client(AI App) ←→ Server(工具提供方)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协议流程: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1. 连接 Server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2. tools/list → 获取工具列表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3. tools/call → 调用指定工具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828800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JS 类比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560320"/>
            <a:ext cx="509000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MCP 协议 = REST API 标准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MCP Server = Express 服务器（提供工具）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MCP Client = fetch/axios（消费工具）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tools/list = GET /api/tools（发现）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tools/call = POST /api/tools/:name（调用）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以前: 每个组件手动 fetch 不同 API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现在: 浏览器 Extension API 写一次到处用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工具定义 = OpenAPI Schema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stdio 通信 = 进程间通信(IPC)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4: 评估与优化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评估集: 固定输入 + 期望关键词 → 跑通过率和延迟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失败原因分类: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Prompt 不清晰 → 回答跑题 → 改 system prompt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工具描述歧义 → Agent 选错 → 改 tool description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检索不相关 → RAG 答非所问 → 调 chunk_size/top_k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  模型能力不足 → 简单题出错 → 换更强模型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多轮调优: baseline → 加 system prompt → 对比通过率 → 选最优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延迟追踪: @track_latency 装饰器记录每次调用耗时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优化策略: 减少 max_tokens | 缓存重复查询 | 并行调用 | 用更快模型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调优报告: Markdown 格式，对比表 + 优化建议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Day 5: 部署上线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部署方案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9000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Railway: 最简单，push 就部署 ($5/月起)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JS 类比: Vercel for Python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Docker: 打包环境，一致性强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Dockerfile + docker-compose.yml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FROM python:3.11-slim → pip install → uvicorn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部署文件清单: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requirements.txt — 依赖列表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Procfile — 启动命令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Dockerfile — Docker 镜像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.env.example — 环境变量模板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0167" y="1371600"/>
            <a:ext cx="50900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安全与监控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2011680"/>
            <a:ext cx="509000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环境变量安全: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.env 加入 .gitignore（绝不提交）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提供 .env.example（隐藏值）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线上用平台环境变量设置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日志中间件: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@app.middleware('http')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记录: method, path, status, latency_ms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JS 类比: Express logging middleware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日志级别: DEBUG → INFO → WARNING → ERROR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JS 类比: console.debug/log/warn/error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毕业项目: AI Workflow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用户输入任务描述，LangGraph 自动规划并执行多步骤工作流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workflow.py — LangGraph StateGraph（plan → execute loop → summarize → END）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tools.py — 5 个工具（web_search, calculator, file_reader, text_summarize, get_current_time）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models.py — Pydantic 模型（TaskSubmitRequest, StepInfo, TaskStatusResponse）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main.py — FastAPI + SSE 流式进度 + 统一响应格式 {code, msg, data}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templates/index.html — 步骤卡片 UI（运行中/成功/失败状态）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eval_cases.json — 8 条评估用例 + eval_runner.py 评估脚本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工作流流程: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  plan_node(LLM 生成计划) → execute_node(调用工具) → 条件判断(继续/结束) → summarize_node(LLM 总结)</a:t>
            </a: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A1A2E"/>
                </a:solidFill>
              </a:defRPr>
            </a:pPr>
            <a:r>
              <a:t>运行: uvicorn week4-project.main:app --reload → 访问 localhost:8000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核心架构: LangGraph 工作流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7286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面试考点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Q1: Agent 和 Chain 有什么区别？什么场景适合用 Agent？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Chain = 固定流程（A→B→C），步骤写死不可变。Agent = 动态决策，每步由 LLM 决定下一步做什么。适合 Agent 的场景：多步骤研究任务、不确定需要哪些步骤、需要调用多个外部工具。不适合的场景：简单翻译/摘要（一次调用就够）、固定格式输出（Chain 更稳定）、对延迟敏感的场景。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Q2: 请解释 ReAct 模式的工作原理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ReAct = Reasoning + Acting。流程：Thought（分析当前情况）→ Action（选择工具）→ Observation（查看工具返回结果）→ 回到 Thought 继续推理。当 LLM 判断已有足够信息时输出 Final Answer。关键是用明确的 Prompt 格式让 LLM 按固定格式输出，然后用正则解析并执行对应工具。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Q3: Agent 为什么必须有停止条件？有哪些停止方式？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Agent 本质是 while 循环，没有停止条件会无限循环（LLM 可能重复选择同一工具）。停止方式：1) LLM 输出 Final Answer（正常结束）；2) 达到 max_iterations（强制结束）；3) 工具调用失败且重试耗尽（报错结束）。max_iterations 通常设为 5-10。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Q4: LangGraph 和 LangChain Agent 的主要区别是什么？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LangChain Agent 是黑盒，流程由 LLM 自己决定，不可控、无法暂停、难以调试。LangGraph 是图结构，每个 Node 做什么、Edge 怎么连接都显式定义。LangGraph 支持人工介入（interrupt_before），状态透明（State 对象可观察），更适合生产环境的复杂工作流。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Q5: LangGraph 中的 State、Node、Edge 分别是什么？JS 类比是什么？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State = 共享数据对象（TypedDict），JS 类比 React useState/Redux store。Node = 执行单元函数，接收 state 返回更新，JS 类比 reducer。Edge = 节点间的连接，A→B 无条件跳转，JS 类比直接函数调用。Conditional Edge = 条件路由，根据 state 决定下一个节点，JS 类比 switch/case。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面试考点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Q6: MCP 是什么？和 Function Calling 有什么区别？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MCP（Model Context Protocol）是 Anthropic 提出的开放协议，让 AI 应用能即插即用地接入外部工具。区别：Function Calling 的工具定义硬编码在 prompt/代码里，改工具需要改代码重新部署。MCP 的工具由 Server动态提供，Client 通过 tools/list 自动发现，改工具只需改 Server，Client 不用动。类比：Function Calling = 手动 import，MCP = npm install。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Q7: 怎么评估一个 AI Agent 系统的效果？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设计评估集（固定输入 + 期望输出关键词），运行后检查：1) 工具命中率 — 期望的工具是否被调用；2) 关键词通过率 — 结果是否包含期望关键词；3) 延迟和成本— 每次调用耗时和 token 消耗。改 prompt/工具描述/参数前后都跑评估，对比数据选最优。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Q8: 部署 Python 项目有哪些常见方案？各自适用场景？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Railway: 最简单，连接 GitHub 仓库自动部署，$5/月起，适合快速上线 demo。Render: 有免费额度，类似 Railway。Docker: 打包整个运行环境，一致性强，适合生产环境。部署前需要准备: requirements.txt、Procfile、Dockerfile、.env.example。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Q9: 线上项目为什么需要日志中间件？怎么实现？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日志是线上出问题时唯一的线索。中间件在每次请求前后拦截，记录方法、路径、状态码、耗时，方便定位慢请求和错误。FastAPI 实现: @app.middleware('http') 装饰器，time.time() 记录耗时，logging.info(json.dumps(...)) 输出结构化日志。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1">
                <a:solidFill>
                  <a:srgbClr val="1D4ED8"/>
                </a:solidFill>
              </a:defRPr>
            </a:pPr>
            <a:r>
              <a:t>Q10: AI 系统调优的一般流程是什么？</a:t>
            </a:r>
          </a:p>
          <a:p>
            <a:pPr>
              <a:spcAft>
                <a:spcPts val="600"/>
              </a:spcAft>
              <a:defRPr sz="1200">
                <a:solidFill>
                  <a:srgbClr val="15803D"/>
                </a:solidFill>
              </a:defRPr>
            </a:pPr>
            <a:r>
              <a:t>A: 1) 设计评估集（覆盖核心场景 + 边界情况）；2) 跑基线评估记录通过率和延迟；3) 分析失败用例，分类原因（prompt/工具/检索/模型）；4) 多轮调优对比（改 prompt / 换参数 / 加 system prompt），同一评估集对比数据；5) 选最优配置，生成调优报告；6) 每次新增功能或改 prompt 都跑回归测试。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Week 4 Complete!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从 Agent 到部署上线，4 周学习圆满收官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FDBFE"/>
                </a:solidFill>
              </a:defRPr>
            </a:pPr>
            <a:r>
              <a:t>Agent: Agent Loop + ReAct + 停止条件 + 错误回退</a:t>
            </a:r>
          </a:p>
          <a:p>
            <a:pPr>
              <a:spcAft>
                <a:spcPts val="1000"/>
              </a:spcAft>
              <a:defRPr sz="1600">
                <a:solidFill>
                  <a:srgbClr val="BFDBFE"/>
                </a:solidFill>
              </a:defRPr>
            </a:pPr>
            <a:r>
              <a:t>LangGraph: State/Node/Edge + 条件边 + 人工介入</a:t>
            </a:r>
          </a:p>
          <a:p>
            <a:pPr>
              <a:spcAft>
                <a:spcPts val="1000"/>
              </a:spcAft>
              <a:defRPr sz="1600">
                <a:solidFill>
                  <a:srgbClr val="BFDBFE"/>
                </a:solidFill>
              </a:defRPr>
            </a:pPr>
            <a:r>
              <a:t>MCP: 统一工具协议 + Server/Client + 自动发现</a:t>
            </a:r>
          </a:p>
          <a:p>
            <a:pPr>
              <a:spcAft>
                <a:spcPts val="1000"/>
              </a:spcAft>
              <a:defRPr sz="1600">
                <a:solidFill>
                  <a:srgbClr val="BFDBFE"/>
                </a:solidFill>
              </a:defRPr>
            </a:pPr>
            <a:r>
              <a:t>评估: 评估集 + 失败分析 + 调优对比 + 延迟追踪</a:t>
            </a:r>
          </a:p>
          <a:p>
            <a:pPr>
              <a:spcAft>
                <a:spcPts val="1000"/>
              </a:spcAft>
              <a:defRPr sz="1600">
                <a:solidFill>
                  <a:srgbClr val="BFDBFE"/>
                </a:solidFill>
              </a:defRPr>
            </a:pPr>
            <a:r>
              <a:t>部署: Railway/Docker + 环境变量安全 + 日志中间件</a:t>
            </a:r>
          </a:p>
          <a:p>
            <a:pPr>
              <a:spcAft>
                <a:spcPts val="1000"/>
              </a:spcAft>
              <a:defRPr sz="1600">
                <a:solidFill>
                  <a:srgbClr val="BFDBFE"/>
                </a:solidFill>
              </a:defRPr>
            </a:pPr>
            <a:r>
              <a:t>毕业项目: AI Workflow Assistant (LangGraph + 5 工具 + FastAPI)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